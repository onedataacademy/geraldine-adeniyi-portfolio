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693400" cy="7556500" type="custom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0" orient="horz" pos="2880" userDrawn="1">
          <p15:clr>
            <a:srgbClr val="A4A3A4"/>
          </p15:clr>
        </p15:guide>
        <p15:guide id="1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 smtClean="0"/>
              <a:t>*</a:t>
            </a:r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 smtClean="0"/>
              <a:t>#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002767" y="685800"/>
            <a:ext cx="485246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B5FFA81-6221-4ED1-8B92-7FFE9E1B9E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 noEditPoints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3" name="Holder 3"/>
          <p:cNvSpPr>
            <a:spLocks noGrp="1" noEditPoints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</a:p>
        </p:txBody>
      </p:sp>
      <p:sp>
        <p:nvSpPr>
          <p:cNvPr id="4" name="Holder 4"/>
          <p:cNvSpPr>
            <a:spLocks noGrp="1" noEditPoints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 noEditPoints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 noEditPoints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 noEditPoints="1"/>
          </p:cNvSpPr>
          <p:nvPr>
            <p:ph type="title"/>
          </p:nvPr>
        </p:nvSpPr>
        <p:spPr/>
        <p:txBody>
          <a:bodyPr lIns="0" tIns="0" rIns="0" bIns="0"/>
          <a:lstStyle/>
          <a:p/>
        </p:txBody>
      </p:sp>
      <p:sp>
        <p:nvSpPr>
          <p:cNvPr id="3" name="Holder 3"/>
          <p:cNvSpPr>
            <a:spLocks noGrp="1" noEditPoints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 lvl="0"/>
          </a:p>
        </p:txBody>
      </p:sp>
      <p:sp>
        <p:nvSpPr>
          <p:cNvPr id="4" name="Holder 4"/>
          <p:cNvSpPr>
            <a:spLocks noGrp="1" noEditPoints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 noEditPoints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 noEditPoints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 noEditPoints="1"/>
          </p:cNvSpPr>
          <p:nvPr>
            <p:ph type="title"/>
          </p:nvPr>
        </p:nvSpPr>
        <p:spPr/>
        <p:txBody>
          <a:bodyPr lIns="0" tIns="0" rIns="0" bIns="0"/>
          <a:lstStyle/>
          <a:p/>
        </p:txBody>
      </p:sp>
      <p:sp>
        <p:nvSpPr>
          <p:cNvPr id="3" name="Holder 3"/>
          <p:cNvSpPr>
            <a:spLocks noGrp="1" noEditPoints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</a:p>
        </p:txBody>
      </p:sp>
      <p:sp>
        <p:nvSpPr>
          <p:cNvPr id="4" name="Holder 4"/>
          <p:cNvSpPr>
            <a:spLocks noGrp="1" noEditPoints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</a:p>
        </p:txBody>
      </p:sp>
      <p:sp>
        <p:nvSpPr>
          <p:cNvPr id="5" name="Holder 5"/>
          <p:cNvSpPr>
            <a:spLocks noGrp="1" noEditPoints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 noEditPoints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" name="Holder 7"/>
          <p:cNvSpPr>
            <a:spLocks noGrp="1" noEditPoints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 noEditPoints="1"/>
          </p:cNvSpPr>
          <p:nvPr>
            <p:ph type="title"/>
          </p:nvPr>
        </p:nvSpPr>
        <p:spPr/>
        <p:txBody>
          <a:bodyPr lIns="0" tIns="0" rIns="0" bIns="0"/>
          <a:lstStyle/>
          <a:p/>
        </p:txBody>
      </p:sp>
      <p:sp>
        <p:nvSpPr>
          <p:cNvPr id="3" name="Holder 3"/>
          <p:cNvSpPr>
            <a:spLocks noGrp="1" noEditPoints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 noEditPoints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 noEditPoints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 noEditPoints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 noEditPoints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 noEditPoints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 noEditPoints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3" name="Holder 3"/>
          <p:cNvSpPr>
            <a:spLocks noGrp="1" noEditPoints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</a:p>
        </p:txBody>
      </p:sp>
      <p:sp>
        <p:nvSpPr>
          <p:cNvPr id="4" name="Holder 4"/>
          <p:cNvSpPr>
            <a:spLocks noGrp="1" noEditPoints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 noEditPoints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 noEditPoints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sldNum="0"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hyperlink" Target="mailto:enquiries@healthlink.example" TargetMode="External"/><Relationship Id="rId5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19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27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58" y="7886"/>
            <a:ext cx="9934575" cy="7451090"/>
          </a:xfrm>
          <a:custGeom>
            <a:avLst/>
            <a:rect l="l" t="t" r="r" b="b"/>
            <a:pathLst>
              <a:path w="9934575" h="7451090">
                <a:moveTo>
                  <a:pt x="0" y="0"/>
                </a:moveTo>
                <a:lnTo>
                  <a:pt x="9934560" y="0"/>
                </a:lnTo>
                <a:lnTo>
                  <a:pt x="9934560" y="7450920"/>
                </a:lnTo>
                <a:lnTo>
                  <a:pt x="0" y="7450920"/>
                </a:lnTo>
                <a:lnTo>
                  <a:pt x="0" y="0"/>
                </a:lnTo>
                <a:close/>
              </a:path>
              <a:path w="9934575" h="7451090">
                <a:moveTo>
                  <a:pt x="0" y="7214383"/>
                </a:moveTo>
                <a:lnTo>
                  <a:pt x="9934560" y="7214383"/>
                </a:lnTo>
                <a:lnTo>
                  <a:pt x="9934560" y="7450920"/>
                </a:lnTo>
                <a:lnTo>
                  <a:pt x="0" y="7450920"/>
                </a:lnTo>
                <a:lnTo>
                  <a:pt x="0" y="7214383"/>
                </a:lnTo>
                <a:close/>
              </a:path>
            </a:pathLst>
          </a:custGeom>
          <a:ln w="78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3884" y="282972"/>
            <a:ext cx="720090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b="1" dirty="0">
                <a:latin typeface="Arial"/>
                <a:cs typeface="Arial"/>
              </a:rPr>
              <a:t>Health</a:t>
            </a:r>
            <a:r>
              <a:rPr sz="750" b="1" spc="-35" dirty="0">
                <a:latin typeface="Arial"/>
                <a:cs typeface="Arial"/>
              </a:rPr>
              <a:t> </a:t>
            </a:r>
            <a:r>
              <a:rPr sz="750" b="1" dirty="0">
                <a:latin typeface="Arial"/>
                <a:cs typeface="Arial"/>
              </a:rPr>
              <a:t>Link</a:t>
            </a:r>
            <a:r>
              <a:rPr sz="750" b="1" spc="-30" dirty="0">
                <a:latin typeface="Arial"/>
                <a:cs typeface="Arial"/>
              </a:rPr>
              <a:t> </a:t>
            </a:r>
            <a:r>
              <a:rPr sz="750" b="1" spc="-25" dirty="0">
                <a:latin typeface="Arial"/>
                <a:cs typeface="Arial"/>
              </a:rPr>
              <a:t>001</a:t>
            </a:r>
            <a:endParaRPr sz="7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2540" y="282972"/>
            <a:ext cx="288290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b="1" spc="-20" dirty="0">
                <a:latin typeface="Arial"/>
                <a:cs typeface="Arial"/>
              </a:rPr>
              <a:t>Home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5678" y="282972"/>
            <a:ext cx="414655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dirty="0">
                <a:latin typeface="Arial"/>
                <a:cs typeface="Arial"/>
              </a:rPr>
              <a:t>About</a:t>
            </a:r>
            <a:r>
              <a:rPr sz="750" spc="-25" dirty="0">
                <a:latin typeface="Arial"/>
                <a:cs typeface="Arial"/>
              </a:rPr>
              <a:t> Us</a:t>
            </a:r>
            <a:endParaRPr sz="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31162" y="282972"/>
            <a:ext cx="451484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-10" dirty="0">
                <a:latin typeface="Arial"/>
                <a:cs typeface="Arial"/>
              </a:rPr>
              <a:t>Pharmacy</a:t>
            </a:r>
            <a:endParaRPr sz="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1627" y="282972"/>
            <a:ext cx="493395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dirty="0">
                <a:latin typeface="Arial"/>
                <a:cs typeface="Arial"/>
              </a:rPr>
              <a:t>Contact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Us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7003" y="282972"/>
            <a:ext cx="320040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dirty="0">
                <a:latin typeface="Arial"/>
                <a:cs typeface="Arial"/>
              </a:rPr>
              <a:t>Sign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In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0553" y="871246"/>
            <a:ext cx="8996680" cy="6583680"/>
            <a:chOff x="240553" y="871246"/>
            <a:chExt cx="8996680" cy="6583680"/>
          </a:xfrm>
        </p:grpSpPr>
        <p:pic>
          <p:nvPicPr>
            <p:cNvPr id="10" name="object 10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7573206" y="7198615"/>
              <a:ext cx="236537" cy="23653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7951665" y="7218325"/>
              <a:ext cx="236537" cy="2365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023967" y="7210441"/>
              <a:ext cx="212883" cy="21288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44495" y="875189"/>
              <a:ext cx="7332980" cy="6149975"/>
            </a:xfrm>
            <a:custGeom>
              <a:avLst/>
              <a:rect l="l" t="t" r="r" b="b"/>
              <a:pathLst>
                <a:path w="7332980" h="6149975">
                  <a:moveTo>
                    <a:pt x="0" y="0"/>
                  </a:moveTo>
                  <a:lnTo>
                    <a:pt x="7332651" y="0"/>
                  </a:lnTo>
                  <a:lnTo>
                    <a:pt x="7332651" y="6149966"/>
                  </a:lnTo>
                  <a:lnTo>
                    <a:pt x="0" y="6149966"/>
                  </a:lnTo>
                  <a:lnTo>
                    <a:pt x="0" y="0"/>
                  </a:lnTo>
                  <a:close/>
                </a:path>
              </a:pathLst>
            </a:custGeom>
            <a:ln w="7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81010" y="1821337"/>
              <a:ext cx="2523490" cy="2286635"/>
            </a:xfrm>
            <a:custGeom>
              <a:avLst/>
              <a:rect l="l" t="t" r="r" b="b"/>
              <a:pathLst>
                <a:path w="2523490" h="2286635">
                  <a:moveTo>
                    <a:pt x="0" y="0"/>
                  </a:moveTo>
                  <a:lnTo>
                    <a:pt x="2523063" y="2286525"/>
                  </a:lnTo>
                </a:path>
                <a:path w="2523490" h="2286635">
                  <a:moveTo>
                    <a:pt x="0" y="2286525"/>
                  </a:moveTo>
                  <a:lnTo>
                    <a:pt x="2523063" y="0"/>
                  </a:lnTo>
                </a:path>
              </a:pathLst>
            </a:custGeom>
            <a:ln w="788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308048" y="7260818"/>
            <a:ext cx="236220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-20" dirty="0">
                <a:latin typeface="Arial"/>
                <a:cs typeface="Arial"/>
              </a:rPr>
              <a:t>2026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7237" y="7245049"/>
            <a:ext cx="877569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-10" dirty="0">
                <a:latin typeface="Arial"/>
                <a:cs typeface="Arial"/>
              </a:rPr>
              <a:t>WF-</a:t>
            </a:r>
            <a:r>
              <a:rPr sz="750" dirty="0">
                <a:latin typeface="Arial"/>
                <a:cs typeface="Arial"/>
              </a:rPr>
              <a:t>01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/</a:t>
            </a:r>
            <a:r>
              <a:rPr sz="750" spc="204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Homepage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60631" y="7245049"/>
            <a:ext cx="683260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dirty="0">
                <a:latin typeface="Arial"/>
                <a:cs typeface="Arial"/>
              </a:rPr>
              <a:t>Health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Link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001</a:t>
            </a:r>
            <a:endParaRPr sz="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1128" y="3350944"/>
            <a:ext cx="1656080" cy="552450"/>
          </a:xfrm>
          <a:prstGeom prst="rect">
            <a:avLst/>
          </a:prstGeom>
          <a:solidFill>
            <a:srgbClr val="B0DDF0"/>
          </a:solidFill>
          <a:ln w="7884">
            <a:solidFill>
              <a:srgbClr val="0F739D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endParaRPr sz="750">
              <a:latin typeface="Times New Roman"/>
              <a:cs typeface="Times New Roman"/>
            </a:endParaRPr>
          </a:p>
          <a:p>
            <a:pPr marL="506730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Create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account</a:t>
            </a:r>
            <a:endParaRPr sz="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94098" y="3350944"/>
            <a:ext cx="1656080" cy="552450"/>
          </a:xfrm>
          <a:prstGeom prst="rect">
            <a:avLst/>
          </a:prstGeom>
          <a:solidFill>
            <a:srgbClr val="B0DDF0"/>
          </a:solidFill>
          <a:ln w="7884">
            <a:solidFill>
              <a:srgbClr val="0F739D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endParaRPr sz="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Contact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us</a:t>
            </a:r>
            <a:endParaRPr sz="7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1033" y="1348263"/>
            <a:ext cx="6859905" cy="2917825"/>
          </a:xfrm>
          <a:prstGeom prst="rect">
            <a:avLst/>
          </a:prstGeom>
          <a:ln w="788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450">
              <a:latin typeface="Times New Roman"/>
              <a:cs typeface="Times New Roman"/>
            </a:endParaRPr>
          </a:p>
          <a:p>
            <a:pPr marL="327025">
              <a:lnSpc>
                <a:spcPct val="100000"/>
              </a:lnSpc>
              <a:spcBef>
                <a:spcPts val="5"/>
              </a:spcBef>
            </a:pPr>
            <a:r>
              <a:rPr sz="1450" b="1" dirty="0">
                <a:latin typeface="Arial"/>
                <a:cs typeface="Arial"/>
              </a:rPr>
              <a:t>welcome</a:t>
            </a:r>
            <a:r>
              <a:rPr sz="1450" b="1" spc="8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to</a:t>
            </a:r>
            <a:r>
              <a:rPr sz="1450" b="1" spc="8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Health</a:t>
            </a:r>
            <a:r>
              <a:rPr sz="1450" b="1" spc="8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Link</a:t>
            </a:r>
            <a:r>
              <a:rPr sz="1450" b="1" spc="85" dirty="0">
                <a:latin typeface="Arial"/>
                <a:cs typeface="Arial"/>
              </a:rPr>
              <a:t> </a:t>
            </a:r>
            <a:r>
              <a:rPr sz="1450" b="1" spc="-25" dirty="0">
                <a:latin typeface="Arial"/>
                <a:cs typeface="Arial"/>
              </a:rPr>
              <a:t>001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1450">
              <a:latin typeface="Arial"/>
              <a:cs typeface="Arial"/>
            </a:endParaRPr>
          </a:p>
          <a:p>
            <a:pPr marL="360045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Hospital</a:t>
            </a:r>
            <a:r>
              <a:rPr sz="750" spc="-2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Information,</a:t>
            </a:r>
            <a:r>
              <a:rPr sz="750" spc="-2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support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-2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your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account,</a:t>
            </a:r>
            <a:r>
              <a:rPr sz="750" spc="-2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online</a:t>
            </a:r>
            <a:endParaRPr sz="7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81010" y="1821337"/>
            <a:ext cx="2523490" cy="2286635"/>
          </a:xfrm>
          <a:prstGeom prst="rect">
            <a:avLst/>
          </a:prstGeom>
          <a:ln w="7884">
            <a:solidFill>
              <a:srgbClr val="99999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750">
              <a:latin typeface="Times New Roman"/>
              <a:cs typeface="Times New Roman"/>
            </a:endParaRPr>
          </a:p>
          <a:p>
            <a:pPr marL="70485"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Hero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Image</a:t>
            </a:r>
            <a:endParaRPr sz="7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46404" y="4559255"/>
            <a:ext cx="2050414" cy="2050414"/>
          </a:xfrm>
          <a:prstGeom prst="rect">
            <a:avLst/>
          </a:prstGeom>
          <a:ln w="788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750">
              <a:latin typeface="Times New Roman"/>
              <a:cs typeface="Times New Roman"/>
            </a:endParaRPr>
          </a:p>
          <a:p>
            <a:pPr marL="636905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Pharmacy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Medical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products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available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Learn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more&gt;&gt;</a:t>
            </a:r>
            <a:endParaRPr sz="7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2187" y="4559255"/>
            <a:ext cx="2050414" cy="2050414"/>
          </a:xfrm>
          <a:prstGeom prst="rect">
            <a:avLst/>
          </a:prstGeom>
          <a:ln w="788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75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</a:pPr>
            <a:r>
              <a:rPr sz="750" b="1" dirty="0">
                <a:latin typeface="Arial"/>
                <a:cs typeface="Arial"/>
              </a:rPr>
              <a:t>About</a:t>
            </a:r>
            <a:r>
              <a:rPr sz="750" b="1" spc="-50" dirty="0">
                <a:latin typeface="Arial"/>
                <a:cs typeface="Arial"/>
              </a:rPr>
              <a:t> </a:t>
            </a:r>
            <a:r>
              <a:rPr sz="750" b="1" spc="-25" dirty="0">
                <a:latin typeface="Arial"/>
                <a:cs typeface="Arial"/>
              </a:rPr>
              <a:t>Us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750">
              <a:latin typeface="Arial"/>
              <a:cs typeface="Arial"/>
            </a:endParaRPr>
          </a:p>
          <a:p>
            <a:pPr marL="728980" marR="647700" indent="-318135">
              <a:lnSpc>
                <a:spcPct val="103499"/>
              </a:lnSpc>
            </a:pPr>
            <a:r>
              <a:rPr sz="750" dirty="0">
                <a:latin typeface="Arial"/>
                <a:cs typeface="Arial"/>
              </a:rPr>
              <a:t>Our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mission,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vision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and</a:t>
            </a:r>
            <a:r>
              <a:rPr sz="750" spc="-10" dirty="0">
                <a:latin typeface="Arial"/>
                <a:cs typeface="Arial"/>
              </a:rPr>
              <a:t> services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750">
              <a:latin typeface="Arial"/>
              <a:cs typeface="Arial"/>
            </a:endParaRPr>
          </a:p>
          <a:p>
            <a:pPr marL="817880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Learn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more&gt;&gt;</a:t>
            </a:r>
            <a:endParaRPr sz="7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90622" y="4559255"/>
            <a:ext cx="2050414" cy="2050414"/>
          </a:xfrm>
          <a:prstGeom prst="rect">
            <a:avLst/>
          </a:prstGeom>
          <a:ln w="788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750">
              <a:latin typeface="Times New Roman"/>
              <a:cs typeface="Times New Roman"/>
            </a:endParaRPr>
          </a:p>
          <a:p>
            <a:pPr marR="157480" algn="ctr">
              <a:lnSpc>
                <a:spcPct val="100000"/>
              </a:lnSpc>
            </a:pPr>
            <a:r>
              <a:rPr sz="750" b="1" dirty="0">
                <a:latin typeface="Arial"/>
                <a:cs typeface="Arial"/>
              </a:rPr>
              <a:t>Contact</a:t>
            </a:r>
            <a:r>
              <a:rPr sz="750" b="1" spc="-35" dirty="0">
                <a:latin typeface="Arial"/>
                <a:cs typeface="Arial"/>
              </a:rPr>
              <a:t> </a:t>
            </a:r>
            <a:r>
              <a:rPr sz="750" b="1" spc="-25" dirty="0">
                <a:latin typeface="Arial"/>
                <a:cs typeface="Arial"/>
              </a:rPr>
              <a:t>Us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750">
              <a:latin typeface="Arial"/>
              <a:cs typeface="Arial"/>
            </a:endParaRPr>
          </a:p>
          <a:p>
            <a:pPr marL="836294" marR="384810" indent="-294640">
              <a:lnSpc>
                <a:spcPct val="103499"/>
              </a:lnSpc>
            </a:pPr>
            <a:r>
              <a:rPr sz="750" dirty="0">
                <a:latin typeface="Arial"/>
                <a:cs typeface="Arial"/>
              </a:rPr>
              <a:t>Phone,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email,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location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and</a:t>
            </a:r>
            <a:r>
              <a:rPr sz="750" dirty="0">
                <a:latin typeface="Arial"/>
                <a:cs typeface="Arial"/>
              </a:rPr>
              <a:t> enquiry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form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750">
              <a:latin typeface="Arial"/>
              <a:cs typeface="Arial"/>
            </a:endParaRPr>
          </a:p>
          <a:p>
            <a:pPr marL="70485"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Learn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more&gt;&gt;</a:t>
            </a:r>
            <a:endParaRPr sz="7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13684" y="875187"/>
            <a:ext cx="1892300" cy="6149975"/>
          </a:xfrm>
          <a:prstGeom prst="rect">
            <a:avLst/>
          </a:prstGeom>
          <a:ln w="788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750">
              <a:latin typeface="Times New Roman"/>
              <a:cs typeface="Times New Roman"/>
            </a:endParaRPr>
          </a:p>
          <a:p>
            <a:pPr marL="516255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Annotations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750">
              <a:latin typeface="Arial"/>
              <a:cs typeface="Arial"/>
            </a:endParaRPr>
          </a:p>
          <a:p>
            <a:pPr marL="242570" marR="258445" indent="-635" algn="ctr">
              <a:lnSpc>
                <a:spcPts val="869"/>
              </a:lnSpc>
              <a:buAutoNum type="arabicPlain"/>
              <a:tabLst>
                <a:tab pos="242570" algn="l"/>
                <a:tab pos="320675" algn="l"/>
              </a:tabLst>
            </a:pPr>
            <a:r>
              <a:rPr sz="750" dirty="0">
                <a:latin typeface="Arial"/>
                <a:cs typeface="Arial"/>
              </a:rPr>
              <a:t>	Primary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navigation</a:t>
            </a:r>
            <a:r>
              <a:rPr sz="750" spc="1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repeats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on</a:t>
            </a:r>
            <a:r>
              <a:rPr sz="750" dirty="0">
                <a:latin typeface="Arial"/>
                <a:cs typeface="Arial"/>
              </a:rPr>
              <a:t> every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page.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sign</a:t>
            </a:r>
            <a:r>
              <a:rPr sz="750" spc="19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in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becomes</a:t>
            </a:r>
            <a:r>
              <a:rPr sz="750" spc="-1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My</a:t>
            </a:r>
            <a:r>
              <a:rPr sz="750" dirty="0">
                <a:latin typeface="Arial"/>
                <a:cs typeface="Arial"/>
              </a:rPr>
              <a:t> Account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once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logged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in.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 marL="158115" marR="174625" indent="78740" algn="ctr">
              <a:lnSpc>
                <a:spcPct val="103499"/>
              </a:lnSpc>
              <a:spcBef>
                <a:spcPts val="5"/>
              </a:spcBef>
              <a:buAutoNum type="arabicPlain"/>
              <a:tabLst>
                <a:tab pos="236854" algn="l"/>
              </a:tabLst>
            </a:pPr>
            <a:r>
              <a:rPr sz="750" dirty="0">
                <a:latin typeface="Arial"/>
                <a:cs typeface="Arial"/>
              </a:rPr>
              <a:t>Hero</a:t>
            </a:r>
            <a:r>
              <a:rPr sz="750" spc="-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button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link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sign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up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(WF-</a:t>
            </a:r>
            <a:r>
              <a:rPr sz="750" spc="-25" dirty="0">
                <a:latin typeface="Arial"/>
                <a:cs typeface="Arial"/>
              </a:rPr>
              <a:t>02)</a:t>
            </a:r>
            <a:r>
              <a:rPr sz="750" dirty="0">
                <a:latin typeface="Arial"/>
                <a:cs typeface="Arial"/>
              </a:rPr>
              <a:t> and</a:t>
            </a:r>
            <a:r>
              <a:rPr sz="750" spc="-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Contact</a:t>
            </a:r>
            <a:r>
              <a:rPr sz="750" spc="-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Us</a:t>
            </a:r>
            <a:r>
              <a:rPr sz="750" spc="-10" dirty="0">
                <a:latin typeface="Arial"/>
                <a:cs typeface="Arial"/>
              </a:rPr>
              <a:t> (WF-</a:t>
            </a:r>
            <a:r>
              <a:rPr sz="750" spc="-25" dirty="0">
                <a:latin typeface="Arial"/>
                <a:cs typeface="Arial"/>
              </a:rPr>
              <a:t>04)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 marL="168910" marR="184785" indent="-635" algn="ctr">
              <a:lnSpc>
                <a:spcPct val="100000"/>
              </a:lnSpc>
              <a:buAutoNum type="arabicPlain"/>
              <a:tabLst>
                <a:tab pos="168910" algn="l"/>
                <a:tab pos="247015" algn="l"/>
              </a:tabLst>
            </a:pPr>
            <a:r>
              <a:rPr sz="750" dirty="0">
                <a:latin typeface="Arial"/>
                <a:cs typeface="Arial"/>
              </a:rPr>
              <a:t>	Cards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link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About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Us,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Pharmacy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1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Contact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Us.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Wording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be</a:t>
            </a:r>
            <a:r>
              <a:rPr sz="750" dirty="0">
                <a:latin typeface="Arial"/>
                <a:cs typeface="Arial"/>
              </a:rPr>
              <a:t> supplied</a:t>
            </a:r>
            <a:r>
              <a:rPr sz="750" spc="-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hospital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representatives.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 marL="78740" marR="15875" indent="-78740" algn="ctr">
              <a:lnSpc>
                <a:spcPct val="100000"/>
              </a:lnSpc>
              <a:buAutoNum type="arabicPlain"/>
              <a:tabLst>
                <a:tab pos="78740" algn="l"/>
              </a:tabLst>
            </a:pPr>
            <a:r>
              <a:rPr sz="750" dirty="0">
                <a:latin typeface="Arial"/>
                <a:cs typeface="Arial"/>
              </a:rPr>
              <a:t>Footer: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Social</a:t>
            </a:r>
            <a:r>
              <a:rPr sz="750" spc="-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links</a:t>
            </a:r>
            <a:r>
              <a:rPr sz="750" spc="-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-10" dirty="0">
                <a:latin typeface="Arial"/>
                <a:cs typeface="Arial"/>
              </a:rPr>
              <a:t> copyright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28" y="8456"/>
            <a:ext cx="10655300" cy="6257925"/>
          </a:xfrm>
          <a:custGeom>
            <a:avLst/>
            <a:rect l="l" t="t" r="r" b="b"/>
            <a:pathLst>
              <a:path w="10655300" h="6257925">
                <a:moveTo>
                  <a:pt x="0" y="0"/>
                </a:moveTo>
                <a:lnTo>
                  <a:pt x="10654697" y="0"/>
                </a:lnTo>
                <a:lnTo>
                  <a:pt x="10654697" y="6257520"/>
                </a:lnTo>
                <a:lnTo>
                  <a:pt x="0" y="6257520"/>
                </a:lnTo>
                <a:lnTo>
                  <a:pt x="0" y="0"/>
                </a:lnTo>
                <a:close/>
              </a:path>
              <a:path w="10655300" h="6257925">
                <a:moveTo>
                  <a:pt x="0" y="6003837"/>
                </a:moveTo>
                <a:lnTo>
                  <a:pt x="10654697" y="6003837"/>
                </a:lnTo>
                <a:lnTo>
                  <a:pt x="10654697" y="6257520"/>
                </a:lnTo>
                <a:lnTo>
                  <a:pt x="0" y="6257520"/>
                </a:lnTo>
                <a:lnTo>
                  <a:pt x="0" y="6003837"/>
                </a:lnTo>
                <a:close/>
              </a:path>
            </a:pathLst>
          </a:custGeom>
          <a:ln w="84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633761" y="1234592"/>
            <a:ext cx="1776095" cy="4481830"/>
          </a:xfrm>
          <a:prstGeom prst="rect">
            <a:avLst/>
          </a:prstGeom>
          <a:ln w="845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800">
              <a:latin typeface="Times New Roman"/>
              <a:cs typeface="Times New Roman"/>
            </a:endParaRPr>
          </a:p>
          <a:p>
            <a:pPr marL="88265" marR="88900" indent="83820" algn="ctr">
              <a:lnSpc>
                <a:spcPct val="104000"/>
              </a:lnSpc>
              <a:buAutoNum type="arabicPlain"/>
              <a:tabLst>
                <a:tab pos="172085" algn="l"/>
              </a:tabLst>
            </a:pPr>
            <a:r>
              <a:rPr sz="800" dirty="0">
                <a:latin typeface="Arial"/>
                <a:cs typeface="Arial"/>
              </a:rPr>
              <a:t>Sign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up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by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email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address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only.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A</a:t>
            </a:r>
            <a:r>
              <a:rPr sz="800" dirty="0">
                <a:latin typeface="Arial"/>
                <a:cs typeface="Arial"/>
              </a:rPr>
              <a:t> verification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email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follows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(WF-</a:t>
            </a:r>
            <a:r>
              <a:rPr sz="800" spc="-10" dirty="0">
                <a:latin typeface="Arial"/>
                <a:cs typeface="Arial"/>
              </a:rPr>
              <a:t>02A).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AutoNum type="arabicPlain"/>
            </a:pPr>
            <a:endParaRPr sz="800">
              <a:latin typeface="Arial"/>
              <a:cs typeface="Arial"/>
            </a:endParaRPr>
          </a:p>
          <a:p>
            <a:pPr marL="45720" marR="46990" indent="83820" algn="ctr">
              <a:lnSpc>
                <a:spcPts val="930"/>
              </a:lnSpc>
              <a:buAutoNum type="arabicPlain"/>
              <a:tabLst>
                <a:tab pos="129539" algn="l"/>
              </a:tabLst>
            </a:pPr>
            <a:r>
              <a:rPr sz="800" dirty="0">
                <a:latin typeface="Arial"/>
                <a:cs typeface="Arial"/>
              </a:rPr>
              <a:t>Password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rules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are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shown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inline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as</a:t>
            </a:r>
            <a:r>
              <a:rPr sz="800" dirty="0">
                <a:latin typeface="Arial"/>
                <a:cs typeface="Arial"/>
              </a:rPr>
              <a:t> the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user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types.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800">
              <a:latin typeface="Arial"/>
              <a:cs typeface="Arial"/>
            </a:endParaRPr>
          </a:p>
          <a:p>
            <a:pPr marL="153035" marR="153670" indent="83820" algn="ctr">
              <a:lnSpc>
                <a:spcPct val="104000"/>
              </a:lnSpc>
              <a:buAutoNum type="arabicPlain"/>
              <a:tabLst>
                <a:tab pos="236854" algn="l"/>
              </a:tabLst>
            </a:pPr>
            <a:r>
              <a:rPr sz="800" dirty="0">
                <a:latin typeface="Arial"/>
                <a:cs typeface="Arial"/>
              </a:rPr>
              <a:t>Consent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box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mandatory</a:t>
            </a:r>
            <a:r>
              <a:rPr sz="800" spc="-25" dirty="0">
                <a:latin typeface="Arial"/>
                <a:cs typeface="Arial"/>
              </a:rPr>
              <a:t> and</a:t>
            </a:r>
            <a:r>
              <a:rPr sz="800" dirty="0">
                <a:latin typeface="Arial"/>
                <a:cs typeface="Arial"/>
              </a:rPr>
              <a:t> unticked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by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default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(UK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GDPR)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"/>
              <a:buAutoNum type="arabicPlain"/>
            </a:pPr>
            <a:endParaRPr sz="800">
              <a:latin typeface="Arial"/>
              <a:cs typeface="Arial"/>
            </a:endParaRPr>
          </a:p>
          <a:p>
            <a:pPr marL="83820" marR="635" indent="-83820" algn="ctr">
              <a:lnSpc>
                <a:spcPct val="100000"/>
              </a:lnSpc>
              <a:buAutoNum type="arabicPlain"/>
              <a:tabLst>
                <a:tab pos="83820" algn="l"/>
              </a:tabLst>
            </a:pPr>
            <a:r>
              <a:rPr sz="800" dirty="0">
                <a:latin typeface="Arial"/>
                <a:cs typeface="Arial"/>
              </a:rPr>
              <a:t>Generic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error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message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"/>
              <a:buAutoNum type="arabicPlain"/>
            </a:pPr>
            <a:endParaRPr sz="800">
              <a:latin typeface="Arial"/>
              <a:cs typeface="Arial"/>
            </a:endParaRPr>
          </a:p>
          <a:p>
            <a:pPr marL="31750" marR="32384" indent="-635" algn="ctr">
              <a:lnSpc>
                <a:spcPts val="930"/>
              </a:lnSpc>
              <a:buAutoNum type="arabicPlain"/>
              <a:tabLst>
                <a:tab pos="31750" algn="l"/>
                <a:tab pos="114935" algn="l"/>
              </a:tabLst>
            </a:pPr>
            <a:r>
              <a:rPr sz="800" dirty="0">
                <a:latin typeface="Arial"/>
                <a:cs typeface="Arial"/>
              </a:rPr>
              <a:t>	Same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confirmation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shown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whether </a:t>
            </a:r>
            <a:r>
              <a:rPr sz="800" dirty="0">
                <a:latin typeface="Arial"/>
                <a:cs typeface="Arial"/>
              </a:rPr>
              <a:t>or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not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account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exists.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Reset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link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is</a:t>
            </a:r>
            <a:r>
              <a:rPr sz="800" dirty="0">
                <a:latin typeface="Arial"/>
                <a:cs typeface="Arial"/>
              </a:rPr>
              <a:t> time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limited.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005" y="346684"/>
            <a:ext cx="7308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Health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Link</a:t>
            </a:r>
            <a:r>
              <a:rPr sz="800" spc="-25" dirty="0">
                <a:latin typeface="Arial"/>
                <a:cs typeface="Arial"/>
              </a:rPr>
              <a:t> 001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5104" y="346684"/>
            <a:ext cx="2965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latin typeface="Arial"/>
                <a:cs typeface="Arial"/>
              </a:rPr>
              <a:t>Home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24156" y="346684"/>
            <a:ext cx="4432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About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Us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8394" y="346684"/>
            <a:ext cx="4826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Pharmacy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07305" y="346684"/>
            <a:ext cx="5276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Contact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Us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2272" y="346684"/>
            <a:ext cx="363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latin typeface="Arial"/>
                <a:cs typeface="Arial"/>
              </a:rPr>
              <a:t>Sign</a:t>
            </a:r>
            <a:r>
              <a:rPr sz="800" b="1" spc="-25" dirty="0">
                <a:latin typeface="Arial"/>
                <a:cs typeface="Arial"/>
              </a:rPr>
              <a:t> In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9790" y="4105441"/>
            <a:ext cx="9467215" cy="2156460"/>
            <a:chOff x="439790" y="4105441"/>
            <a:chExt cx="9467215" cy="2156460"/>
          </a:xfrm>
        </p:grpSpPr>
        <p:pic>
          <p:nvPicPr>
            <p:cNvPr id="11" name="object 11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122166" y="5986925"/>
              <a:ext cx="253683" cy="25368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528059" y="6008065"/>
              <a:ext cx="253683" cy="2536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678090" y="5999609"/>
              <a:ext cx="228315" cy="22831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4018" y="4109669"/>
              <a:ext cx="211454" cy="211454"/>
            </a:xfrm>
            <a:custGeom>
              <a:avLst/>
              <a:rect l="l" t="t" r="r" b="b"/>
              <a:pathLst>
                <a:path w="211454" h="211454">
                  <a:moveTo>
                    <a:pt x="0" y="0"/>
                  </a:moveTo>
                  <a:lnTo>
                    <a:pt x="211402" y="0"/>
                  </a:lnTo>
                  <a:lnTo>
                    <a:pt x="211402" y="211402"/>
                  </a:lnTo>
                  <a:lnTo>
                    <a:pt x="0" y="211402"/>
                  </a:lnTo>
                  <a:lnTo>
                    <a:pt x="0" y="0"/>
                  </a:lnTo>
                  <a:close/>
                </a:path>
              </a:pathLst>
            </a:custGeom>
            <a:ln w="8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983683" y="6054558"/>
            <a:ext cx="2514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latin typeface="Arial"/>
                <a:cs typeface="Arial"/>
              </a:rPr>
              <a:t>2026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6401" y="6037645"/>
            <a:ext cx="19939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WF-</a:t>
            </a:r>
            <a:r>
              <a:rPr sz="800" dirty="0">
                <a:latin typeface="Arial"/>
                <a:cs typeface="Arial"/>
              </a:rPr>
              <a:t>02/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Sign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up,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sign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in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reset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password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60342" y="6037645"/>
            <a:ext cx="7308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Health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Link</a:t>
            </a:r>
            <a:r>
              <a:rPr sz="800" spc="-25" dirty="0">
                <a:latin typeface="Arial"/>
                <a:cs typeface="Arial"/>
              </a:rPr>
              <a:t> 001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09166" y="3686864"/>
            <a:ext cx="2004695" cy="507365"/>
          </a:xfrm>
          <a:prstGeom prst="rect">
            <a:avLst/>
          </a:prstGeom>
          <a:solidFill>
            <a:srgbClr val="B0DDF0"/>
          </a:solidFill>
          <a:ln w="8456">
            <a:solidFill>
              <a:srgbClr val="0F739D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Sign</a:t>
            </a:r>
            <a:r>
              <a:rPr sz="800" spc="-25" dirty="0">
                <a:latin typeface="Arial"/>
                <a:cs typeface="Arial"/>
              </a:rPr>
              <a:t> in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09166" y="2503008"/>
            <a:ext cx="2004695" cy="507365"/>
          </a:xfrm>
          <a:prstGeom prst="rect">
            <a:avLst/>
          </a:prstGeom>
          <a:ln w="8456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Password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19349" y="3433180"/>
            <a:ext cx="2004695" cy="507365"/>
          </a:xfrm>
          <a:prstGeom prst="rect">
            <a:avLst/>
          </a:prstGeom>
          <a:solidFill>
            <a:srgbClr val="B0DDF0"/>
          </a:solidFill>
          <a:ln w="8456">
            <a:solidFill>
              <a:srgbClr val="0F739D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647700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Send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rest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link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09166" y="1657397"/>
            <a:ext cx="2004695" cy="507365"/>
          </a:xfrm>
          <a:prstGeom prst="rect">
            <a:avLst/>
          </a:prstGeom>
          <a:ln w="8456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Email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address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1737" y="1657397"/>
            <a:ext cx="2004695" cy="507365"/>
          </a:xfrm>
          <a:prstGeom prst="rect">
            <a:avLst/>
          </a:prstGeom>
          <a:ln w="8456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666115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Email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address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4018" y="2503008"/>
            <a:ext cx="2004695" cy="507365"/>
          </a:xfrm>
          <a:prstGeom prst="rect">
            <a:avLst/>
          </a:prstGeom>
          <a:ln w="8456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Password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4018" y="3433180"/>
            <a:ext cx="2004695" cy="507365"/>
          </a:xfrm>
          <a:prstGeom prst="rect">
            <a:avLst/>
          </a:prstGeom>
          <a:ln w="8456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593090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Confirm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password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1737" y="4532475"/>
            <a:ext cx="2004695" cy="507365"/>
          </a:xfrm>
          <a:prstGeom prst="rect">
            <a:avLst/>
          </a:prstGeom>
          <a:solidFill>
            <a:srgbClr val="B0DDF0"/>
          </a:solidFill>
          <a:ln w="8456">
            <a:solidFill>
              <a:srgbClr val="0F739D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643255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Create</a:t>
            </a:r>
            <a:r>
              <a:rPr sz="800" spc="19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account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2213" y="1234592"/>
            <a:ext cx="2367915" cy="4397375"/>
          </a:xfrm>
          <a:prstGeom prst="rect">
            <a:avLst/>
          </a:prstGeom>
          <a:ln w="8456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Times New Roman"/>
              <a:cs typeface="Times New Roman"/>
            </a:endParaRPr>
          </a:p>
          <a:p>
            <a:pPr marL="175895">
              <a:lnSpc>
                <a:spcPct val="100000"/>
              </a:lnSpc>
              <a:spcBef>
                <a:spcPts val="5"/>
              </a:spcBef>
            </a:pPr>
            <a:r>
              <a:rPr sz="900" b="1" dirty="0">
                <a:latin typeface="Arial"/>
                <a:cs typeface="Arial"/>
              </a:rPr>
              <a:t>Sign</a:t>
            </a:r>
            <a:r>
              <a:rPr sz="900" b="1" spc="60" dirty="0">
                <a:latin typeface="Arial"/>
                <a:cs typeface="Arial"/>
              </a:rPr>
              <a:t> </a:t>
            </a:r>
            <a:r>
              <a:rPr sz="900" b="1" spc="-25" dirty="0">
                <a:latin typeface="Arial"/>
                <a:cs typeface="Arial"/>
              </a:rPr>
              <a:t>up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900">
              <a:latin typeface="Arial"/>
              <a:cs typeface="Arial"/>
            </a:endParaRPr>
          </a:p>
          <a:p>
            <a:pPr marL="685800" marR="433070" indent="24765">
              <a:lnSpc>
                <a:spcPct val="104000"/>
              </a:lnSpc>
            </a:pPr>
            <a:r>
              <a:rPr sz="800" dirty="0">
                <a:latin typeface="Arial"/>
                <a:cs typeface="Arial"/>
              </a:rPr>
              <a:t>I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consent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my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data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being </a:t>
            </a:r>
            <a:r>
              <a:rPr sz="800" dirty="0">
                <a:latin typeface="Arial"/>
                <a:cs typeface="Arial"/>
              </a:rPr>
              <a:t>used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provide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my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account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800">
              <a:latin typeface="Arial"/>
              <a:cs typeface="Arial"/>
            </a:endParaRPr>
          </a:p>
          <a:p>
            <a:pPr marL="535940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Already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registered?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sign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in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27360" y="1234592"/>
            <a:ext cx="2367915" cy="4312920"/>
          </a:xfrm>
          <a:prstGeom prst="rect">
            <a:avLst/>
          </a:prstGeom>
          <a:ln w="8456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Times New Roman"/>
              <a:cs typeface="Times New Roman"/>
            </a:endParaRPr>
          </a:p>
          <a:p>
            <a:pPr marL="246379">
              <a:lnSpc>
                <a:spcPct val="100000"/>
              </a:lnSpc>
              <a:spcBef>
                <a:spcPts val="5"/>
              </a:spcBef>
            </a:pPr>
            <a:r>
              <a:rPr sz="900" b="1" dirty="0">
                <a:latin typeface="Arial"/>
                <a:cs typeface="Arial"/>
              </a:rPr>
              <a:t>Sign</a:t>
            </a:r>
            <a:r>
              <a:rPr sz="900" b="1" spc="60" dirty="0">
                <a:latin typeface="Arial"/>
                <a:cs typeface="Arial"/>
              </a:rPr>
              <a:t> </a:t>
            </a:r>
            <a:r>
              <a:rPr sz="900" b="1" spc="-25" dirty="0">
                <a:latin typeface="Arial"/>
                <a:cs typeface="Arial"/>
              </a:rPr>
              <a:t>in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00">
              <a:latin typeface="Arial"/>
              <a:cs typeface="Arial"/>
            </a:endParaRPr>
          </a:p>
          <a:p>
            <a:pPr marL="412115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Incorrect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email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or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password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800">
              <a:latin typeface="Arial"/>
              <a:cs typeface="Arial"/>
            </a:endParaRPr>
          </a:p>
          <a:p>
            <a:pPr marL="206375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Forgot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password?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800">
              <a:latin typeface="Arial"/>
              <a:cs typeface="Arial"/>
            </a:endParaRPr>
          </a:p>
          <a:p>
            <a:pPr marL="254635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Arial"/>
                <a:cs typeface="Arial"/>
              </a:rPr>
              <a:t>New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here?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Create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account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92508" y="1234592"/>
            <a:ext cx="2367915" cy="4312920"/>
          </a:xfrm>
          <a:prstGeom prst="rect">
            <a:avLst/>
          </a:prstGeom>
          <a:ln w="8456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Times New Roman"/>
              <a:cs typeface="Times New Roman"/>
            </a:endParaRPr>
          </a:p>
          <a:p>
            <a:pPr marR="1145540" algn="r">
              <a:lnSpc>
                <a:spcPct val="100000"/>
              </a:lnSpc>
              <a:spcBef>
                <a:spcPts val="5"/>
              </a:spcBef>
            </a:pPr>
            <a:r>
              <a:rPr sz="900" b="1" dirty="0">
                <a:latin typeface="Arial"/>
                <a:cs typeface="Arial"/>
              </a:rPr>
              <a:t>Reset</a:t>
            </a:r>
            <a:r>
              <a:rPr sz="900" b="1" spc="33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password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00">
              <a:latin typeface="Arial"/>
              <a:cs typeface="Arial"/>
            </a:endParaRPr>
          </a:p>
          <a:p>
            <a:pPr marL="149860" marR="725805" indent="41910">
              <a:lnSpc>
                <a:spcPct val="104000"/>
              </a:lnSpc>
            </a:pPr>
            <a:r>
              <a:rPr sz="800" dirty="0">
                <a:latin typeface="Arial"/>
                <a:cs typeface="Arial"/>
              </a:rPr>
              <a:t>Enter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your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email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password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will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send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</a:t>
            </a:r>
            <a:r>
              <a:rPr sz="800" spc="19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reset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link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800">
              <a:latin typeface="Arial"/>
              <a:cs typeface="Arial"/>
            </a:endParaRPr>
          </a:p>
          <a:p>
            <a:pPr marR="1137920" algn="r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Back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sign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in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19349" y="2503008"/>
            <a:ext cx="2004695" cy="507365"/>
          </a:xfrm>
          <a:prstGeom prst="rect">
            <a:avLst/>
          </a:prstGeom>
          <a:ln w="8456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Email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address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19349" y="4278791"/>
            <a:ext cx="2004695" cy="845819"/>
          </a:xfrm>
          <a:prstGeom prst="rect">
            <a:avLst/>
          </a:prstGeom>
          <a:ln w="845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800">
              <a:latin typeface="Times New Roman"/>
              <a:cs typeface="Times New Roman"/>
            </a:endParaRPr>
          </a:p>
          <a:p>
            <a:pPr marL="901700" marR="81915" indent="-821055">
              <a:lnSpc>
                <a:spcPct val="104000"/>
              </a:lnSpc>
            </a:pPr>
            <a:r>
              <a:rPr sz="800" dirty="0">
                <a:latin typeface="Arial"/>
                <a:cs typeface="Arial"/>
              </a:rPr>
              <a:t>If</a:t>
            </a:r>
            <a:r>
              <a:rPr sz="800" spc="19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account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exists,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rest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link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has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been sent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33" y="10760"/>
            <a:ext cx="10652760" cy="5702935"/>
          </a:xfrm>
          <a:custGeom>
            <a:avLst/>
            <a:rect l="l" t="t" r="r" b="b"/>
            <a:pathLst>
              <a:path w="10652760" h="5702935">
                <a:moveTo>
                  <a:pt x="0" y="0"/>
                </a:moveTo>
                <a:lnTo>
                  <a:pt x="10652393" y="0"/>
                </a:lnTo>
                <a:lnTo>
                  <a:pt x="10652393" y="5702796"/>
                </a:lnTo>
                <a:lnTo>
                  <a:pt x="0" y="5702796"/>
                </a:lnTo>
                <a:lnTo>
                  <a:pt x="0" y="0"/>
                </a:lnTo>
                <a:close/>
              </a:path>
              <a:path w="10652760" h="5702935">
                <a:moveTo>
                  <a:pt x="0" y="5379996"/>
                </a:moveTo>
                <a:lnTo>
                  <a:pt x="10652393" y="5379996"/>
                </a:lnTo>
                <a:lnTo>
                  <a:pt x="10652393" y="5702796"/>
                </a:lnTo>
                <a:lnTo>
                  <a:pt x="0" y="5702796"/>
                </a:lnTo>
                <a:lnTo>
                  <a:pt x="0" y="5379996"/>
                </a:lnTo>
                <a:close/>
              </a:path>
            </a:pathLst>
          </a:custGeom>
          <a:ln w="107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0027" y="390800"/>
            <a:ext cx="92329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latin typeface="Arial"/>
                <a:cs typeface="Arial"/>
              </a:rPr>
              <a:t>Health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Link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001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1622" y="390800"/>
            <a:ext cx="37020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20" dirty="0">
                <a:latin typeface="Arial"/>
                <a:cs typeface="Arial"/>
              </a:rPr>
              <a:t>Home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7232" y="390800"/>
            <a:ext cx="55689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latin typeface="Arial"/>
                <a:cs typeface="Arial"/>
              </a:rPr>
              <a:t>About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Us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04261" y="390800"/>
            <a:ext cx="60706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10" dirty="0">
                <a:latin typeface="Arial"/>
                <a:cs typeface="Arial"/>
              </a:rPr>
              <a:t>Pharmacy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59111" y="390800"/>
            <a:ext cx="66421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latin typeface="Arial"/>
                <a:cs typeface="Arial"/>
              </a:rPr>
              <a:t>Contact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Us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31147" y="390800"/>
            <a:ext cx="45593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b="1" dirty="0">
                <a:latin typeface="Arial"/>
                <a:cs typeface="Arial"/>
              </a:rPr>
              <a:t>Sign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In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67951" y="3669158"/>
            <a:ext cx="1614170" cy="323215"/>
          </a:xfrm>
          <a:prstGeom prst="rect">
            <a:avLst/>
          </a:prstGeom>
          <a:solidFill>
            <a:srgbClr val="B0DDF0"/>
          </a:solidFill>
          <a:ln w="10759">
            <a:solidFill>
              <a:srgbClr val="0F739D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403225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Arial"/>
                <a:cs typeface="Arial"/>
              </a:rPr>
              <a:t>Confirm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email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8829" y="3669158"/>
            <a:ext cx="1614170" cy="323215"/>
          </a:xfrm>
          <a:prstGeom prst="rect">
            <a:avLst/>
          </a:prstGeom>
          <a:solidFill>
            <a:srgbClr val="B0DDF0"/>
          </a:solidFill>
          <a:ln w="10759">
            <a:solidFill>
              <a:srgbClr val="0F739D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Arial"/>
                <a:cs typeface="Arial"/>
              </a:rPr>
              <a:t>Sign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1233" y="1301959"/>
            <a:ext cx="2152015" cy="3228340"/>
          </a:xfrm>
          <a:prstGeom prst="rect">
            <a:avLst/>
          </a:prstGeom>
          <a:ln w="10759">
            <a:solidFill>
              <a:srgbClr val="000000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10"/>
              </a:spcBef>
            </a:pPr>
            <a:endParaRPr sz="1000">
              <a:latin typeface="Times New Roman"/>
              <a:cs typeface="Times New Roman"/>
            </a:endParaRPr>
          </a:p>
          <a:p>
            <a:pPr marR="707390" algn="r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Verification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sent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000">
              <a:latin typeface="Arial"/>
              <a:cs typeface="Arial"/>
            </a:endParaRPr>
          </a:p>
          <a:p>
            <a:pPr marR="730885" algn="r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Check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your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email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000">
              <a:latin typeface="Arial"/>
              <a:cs typeface="Arial"/>
            </a:endParaRPr>
          </a:p>
          <a:p>
            <a:pPr marL="188595" marR="407034" algn="ctr">
              <a:lnSpc>
                <a:spcPct val="101200"/>
              </a:lnSpc>
            </a:pPr>
            <a:r>
              <a:rPr sz="1000" dirty="0">
                <a:latin typeface="Arial"/>
                <a:cs typeface="Arial"/>
              </a:rPr>
              <a:t>We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have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sent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verification </a:t>
            </a:r>
            <a:r>
              <a:rPr sz="1000" dirty="0">
                <a:latin typeface="Arial"/>
                <a:cs typeface="Arial"/>
              </a:rPr>
              <a:t>link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your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email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address. </a:t>
            </a:r>
            <a:r>
              <a:rPr sz="1000" dirty="0">
                <a:latin typeface="Arial"/>
                <a:cs typeface="Arial"/>
              </a:rPr>
              <a:t>Open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activate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your </a:t>
            </a:r>
            <a:r>
              <a:rPr sz="1000" spc="-10" dirty="0">
                <a:latin typeface="Arial"/>
                <a:cs typeface="Arial"/>
              </a:rPr>
              <a:t>account</a:t>
            </a:r>
            <a:endParaRPr sz="1000">
              <a:latin typeface="Arial"/>
              <a:cs typeface="Arial"/>
            </a:endParaRPr>
          </a:p>
          <a:p>
            <a:pPr marL="225425" marR="1078865" indent="24765">
              <a:lnSpc>
                <a:spcPts val="4240"/>
              </a:lnSpc>
              <a:spcBef>
                <a:spcPts val="50"/>
              </a:spcBef>
            </a:pPr>
            <a:r>
              <a:rPr sz="1000" dirty="0">
                <a:latin typeface="Arial"/>
                <a:cs typeface="Arial"/>
              </a:rPr>
              <a:t>Resend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email </a:t>
            </a:r>
            <a:r>
              <a:rPr sz="1000" dirty="0">
                <a:latin typeface="Arial"/>
                <a:cs typeface="Arial"/>
              </a:rPr>
              <a:t>Back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sign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98952" y="1301959"/>
            <a:ext cx="2152015" cy="3228340"/>
          </a:xfrm>
          <a:prstGeom prst="rect">
            <a:avLst/>
          </a:prstGeom>
          <a:ln w="10759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endParaRPr sz="1000">
              <a:latin typeface="Times New Roman"/>
              <a:cs typeface="Times New Roman"/>
            </a:endParaRPr>
          </a:p>
          <a:p>
            <a:pPr marL="434975" marR="474345" indent="-30480">
              <a:lnSpc>
                <a:spcPct val="162400"/>
              </a:lnSpc>
            </a:pPr>
            <a:r>
              <a:rPr sz="1000" dirty="0">
                <a:latin typeface="Arial"/>
                <a:cs typeface="Arial"/>
              </a:rPr>
              <a:t>Verification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email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Health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Link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001</a:t>
            </a:r>
            <a:endParaRPr sz="100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75"/>
              </a:spcBef>
            </a:pPr>
            <a:r>
              <a:rPr sz="1000" dirty="0">
                <a:latin typeface="Arial"/>
                <a:cs typeface="Arial"/>
              </a:rPr>
              <a:t>Subject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Confirm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your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email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000">
              <a:latin typeface="Arial"/>
              <a:cs typeface="Arial"/>
            </a:endParaRPr>
          </a:p>
          <a:p>
            <a:pPr marL="327660" marR="330835" algn="ctr">
              <a:lnSpc>
                <a:spcPct val="102400"/>
              </a:lnSpc>
              <a:spcBef>
                <a:spcPts val="5"/>
              </a:spcBef>
            </a:pPr>
            <a:r>
              <a:rPr sz="1000" dirty="0">
                <a:latin typeface="Arial"/>
                <a:cs typeface="Arial"/>
              </a:rPr>
              <a:t>Please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confirm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your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email </a:t>
            </a:r>
            <a:r>
              <a:rPr sz="1000" dirty="0">
                <a:latin typeface="Arial"/>
                <a:cs typeface="Arial"/>
              </a:rPr>
              <a:t>address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activate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your </a:t>
            </a:r>
            <a:r>
              <a:rPr sz="1000" spc="-10" dirty="0">
                <a:latin typeface="Arial"/>
                <a:cs typeface="Arial"/>
              </a:rPr>
              <a:t>account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56670" y="1301959"/>
            <a:ext cx="1937385" cy="3228340"/>
          </a:xfrm>
          <a:prstGeom prst="rect">
            <a:avLst/>
          </a:prstGeom>
          <a:ln w="10759">
            <a:solidFill>
              <a:srgbClr val="000000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10"/>
              </a:spcBef>
            </a:pPr>
            <a:endParaRPr sz="1000">
              <a:latin typeface="Times New Roman"/>
              <a:cs typeface="Times New Roman"/>
            </a:endParaRPr>
          </a:p>
          <a:p>
            <a:pPr marL="492759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Account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activated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00">
              <a:latin typeface="Arial"/>
              <a:cs typeface="Arial"/>
            </a:endParaRPr>
          </a:p>
          <a:p>
            <a:pPr marL="682625" marR="327660" indent="-358775">
              <a:lnSpc>
                <a:spcPct val="105900"/>
              </a:lnSpc>
            </a:pPr>
            <a:r>
              <a:rPr sz="1000" b="1" dirty="0">
                <a:latin typeface="Arial"/>
                <a:cs typeface="Arial"/>
              </a:rPr>
              <a:t>Account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created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and </a:t>
            </a:r>
            <a:r>
              <a:rPr sz="1000" b="1" spc="-10" dirty="0">
                <a:latin typeface="Arial"/>
                <a:cs typeface="Arial"/>
              </a:rPr>
              <a:t>activated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000">
              <a:latin typeface="Arial"/>
              <a:cs typeface="Arial"/>
            </a:endParaRPr>
          </a:p>
          <a:p>
            <a:pPr marL="381635" marR="546735" algn="ctr">
              <a:lnSpc>
                <a:spcPct val="102400"/>
              </a:lnSpc>
            </a:pPr>
            <a:r>
              <a:rPr sz="1000" dirty="0">
                <a:latin typeface="Arial"/>
                <a:cs typeface="Arial"/>
              </a:rPr>
              <a:t>Your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email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has </a:t>
            </a:r>
            <a:r>
              <a:rPr sz="1000" dirty="0">
                <a:latin typeface="Arial"/>
                <a:cs typeface="Arial"/>
              </a:rPr>
              <a:t>been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confirm.You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now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sign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8428" y="1301959"/>
            <a:ext cx="2259965" cy="3658870"/>
          </a:xfrm>
          <a:prstGeom prst="rect">
            <a:avLst/>
          </a:prstGeom>
          <a:ln w="10759">
            <a:solidFill>
              <a:srgbClr val="000000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10"/>
              </a:spcBef>
            </a:pPr>
            <a:endParaRPr sz="1000">
              <a:latin typeface="Times New Roman"/>
              <a:cs typeface="Times New Roman"/>
            </a:endParaRPr>
          </a:p>
          <a:p>
            <a:pPr marL="330835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Annotation</a:t>
            </a:r>
            <a:endParaRPr sz="1000">
              <a:latin typeface="Arial"/>
              <a:cs typeface="Arial"/>
            </a:endParaRPr>
          </a:p>
          <a:p>
            <a:pPr marL="126364" marR="129539" indent="106680" algn="ctr">
              <a:lnSpc>
                <a:spcPts val="1190"/>
              </a:lnSpc>
              <a:spcBef>
                <a:spcPts val="880"/>
              </a:spcBef>
              <a:buAutoNum type="arabicPlain"/>
              <a:tabLst>
                <a:tab pos="233045" algn="l"/>
              </a:tabLst>
            </a:pPr>
            <a:r>
              <a:rPr sz="1000" dirty="0">
                <a:latin typeface="Arial"/>
                <a:cs typeface="Arial"/>
              </a:rPr>
              <a:t>shown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after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customer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selects </a:t>
            </a:r>
            <a:r>
              <a:rPr sz="1000" dirty="0">
                <a:latin typeface="Arial"/>
                <a:cs typeface="Arial"/>
              </a:rPr>
              <a:t>create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account.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account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not </a:t>
            </a:r>
            <a:r>
              <a:rPr sz="1000" dirty="0">
                <a:latin typeface="Arial"/>
                <a:cs typeface="Arial"/>
              </a:rPr>
              <a:t>active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yet</a:t>
            </a:r>
            <a:endParaRPr sz="1000">
              <a:latin typeface="Arial"/>
              <a:cs typeface="Arial"/>
            </a:endParaRPr>
          </a:p>
          <a:p>
            <a:pPr marL="213995" marR="217170" indent="104775" algn="ctr">
              <a:lnSpc>
                <a:spcPct val="105900"/>
              </a:lnSpc>
              <a:spcBef>
                <a:spcPts val="1140"/>
              </a:spcBef>
              <a:buAutoNum type="arabicPlain"/>
              <a:tabLst>
                <a:tab pos="31877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customer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confirms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link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as </a:t>
            </a:r>
            <a:r>
              <a:rPr sz="1000" dirty="0">
                <a:latin typeface="Arial"/>
                <a:cs typeface="Arial"/>
              </a:rPr>
              <a:t>shown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  <a:p>
            <a:pPr marL="66675" marR="69850" indent="104775" algn="ctr">
              <a:lnSpc>
                <a:spcPct val="102400"/>
              </a:lnSpc>
              <a:spcBef>
                <a:spcPts val="1145"/>
              </a:spcBef>
              <a:buAutoNum type="arabicPlain"/>
              <a:tabLst>
                <a:tab pos="17145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account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created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and </a:t>
            </a:r>
            <a:r>
              <a:rPr sz="1000" dirty="0">
                <a:latin typeface="Arial"/>
                <a:cs typeface="Arial"/>
              </a:rPr>
              <a:t>activated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only</a:t>
            </a:r>
            <a:r>
              <a:rPr sz="1000" spc="7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after</a:t>
            </a:r>
            <a:r>
              <a:rPr sz="1000" spc="7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confirmation.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dirty="0">
                <a:latin typeface="Arial"/>
                <a:cs typeface="Arial"/>
              </a:rPr>
              <a:t>customer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sign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752648" y="5385376"/>
            <a:ext cx="2270760" cy="323215"/>
            <a:chOff x="7752648" y="5385376"/>
            <a:chExt cx="2270760" cy="323215"/>
          </a:xfrm>
        </p:grpSpPr>
        <p:sp>
          <p:nvSpPr>
            <p:cNvPr id="16" name="object 16"/>
            <p:cNvSpPr/>
            <p:nvPr/>
          </p:nvSpPr>
          <p:spPr>
            <a:xfrm>
              <a:off x="7752648" y="5385376"/>
              <a:ext cx="323215" cy="323215"/>
            </a:xfrm>
            <a:custGeom>
              <a:avLst/>
              <a:rect l="l" t="t" r="r" b="b"/>
              <a:pathLst>
                <a:path w="323215" h="323214">
                  <a:moveTo>
                    <a:pt x="161399" y="322799"/>
                  </a:moveTo>
                  <a:lnTo>
                    <a:pt x="122173" y="317961"/>
                  </a:lnTo>
                  <a:lnTo>
                    <a:pt x="85315" y="303743"/>
                  </a:lnTo>
                  <a:lnTo>
                    <a:pt x="53016" y="280996"/>
                  </a:lnTo>
                  <a:lnTo>
                    <a:pt x="27200" y="251068"/>
                  </a:lnTo>
                  <a:lnTo>
                    <a:pt x="9430" y="215765"/>
                  </a:lnTo>
                  <a:lnTo>
                    <a:pt x="775" y="177220"/>
                  </a:lnTo>
                  <a:lnTo>
                    <a:pt x="0" y="161399"/>
                  </a:lnTo>
                  <a:lnTo>
                    <a:pt x="193" y="153470"/>
                  </a:lnTo>
                  <a:lnTo>
                    <a:pt x="6948" y="114547"/>
                  </a:lnTo>
                  <a:lnTo>
                    <a:pt x="22956" y="78431"/>
                  </a:lnTo>
                  <a:lnTo>
                    <a:pt x="47272" y="47272"/>
                  </a:lnTo>
                  <a:lnTo>
                    <a:pt x="78431" y="22956"/>
                  </a:lnTo>
                  <a:lnTo>
                    <a:pt x="114547" y="6948"/>
                  </a:lnTo>
                  <a:lnTo>
                    <a:pt x="153470" y="193"/>
                  </a:lnTo>
                  <a:lnTo>
                    <a:pt x="161399" y="0"/>
                  </a:lnTo>
                  <a:lnTo>
                    <a:pt x="169329" y="193"/>
                  </a:lnTo>
                  <a:lnTo>
                    <a:pt x="208252" y="6948"/>
                  </a:lnTo>
                  <a:lnTo>
                    <a:pt x="244368" y="22956"/>
                  </a:lnTo>
                  <a:lnTo>
                    <a:pt x="275526" y="47272"/>
                  </a:lnTo>
                  <a:lnTo>
                    <a:pt x="299842" y="78431"/>
                  </a:lnTo>
                  <a:lnTo>
                    <a:pt x="315851" y="114547"/>
                  </a:lnTo>
                  <a:lnTo>
                    <a:pt x="322605" y="153470"/>
                  </a:lnTo>
                  <a:lnTo>
                    <a:pt x="322799" y="161399"/>
                  </a:lnTo>
                  <a:lnTo>
                    <a:pt x="322605" y="169329"/>
                  </a:lnTo>
                  <a:lnTo>
                    <a:pt x="315851" y="208252"/>
                  </a:lnTo>
                  <a:lnTo>
                    <a:pt x="299843" y="244368"/>
                  </a:lnTo>
                  <a:lnTo>
                    <a:pt x="275526" y="275526"/>
                  </a:lnTo>
                  <a:lnTo>
                    <a:pt x="244368" y="299842"/>
                  </a:lnTo>
                  <a:lnTo>
                    <a:pt x="208252" y="315851"/>
                  </a:lnTo>
                  <a:lnTo>
                    <a:pt x="169329" y="322605"/>
                  </a:lnTo>
                  <a:lnTo>
                    <a:pt x="161399" y="322799"/>
                  </a:lnTo>
                  <a:close/>
                </a:path>
              </a:pathLst>
            </a:custGeom>
            <a:solidFill>
              <a:srgbClr val="3B589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7861437" y="5447991"/>
              <a:ext cx="97096" cy="2106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371347" y="5385376"/>
              <a:ext cx="323215" cy="323215"/>
            </a:xfrm>
            <a:custGeom>
              <a:avLst/>
              <a:rect l="l" t="t" r="r" b="b"/>
              <a:pathLst>
                <a:path w="323215" h="323214">
                  <a:moveTo>
                    <a:pt x="161399" y="322799"/>
                  </a:moveTo>
                  <a:lnTo>
                    <a:pt x="122173" y="317961"/>
                  </a:lnTo>
                  <a:lnTo>
                    <a:pt x="85315" y="303743"/>
                  </a:lnTo>
                  <a:lnTo>
                    <a:pt x="53016" y="280996"/>
                  </a:lnTo>
                  <a:lnTo>
                    <a:pt x="27200" y="251068"/>
                  </a:lnTo>
                  <a:lnTo>
                    <a:pt x="9430" y="215765"/>
                  </a:lnTo>
                  <a:lnTo>
                    <a:pt x="775" y="177220"/>
                  </a:lnTo>
                  <a:lnTo>
                    <a:pt x="0" y="161399"/>
                  </a:lnTo>
                  <a:lnTo>
                    <a:pt x="193" y="153470"/>
                  </a:lnTo>
                  <a:lnTo>
                    <a:pt x="6948" y="114547"/>
                  </a:lnTo>
                  <a:lnTo>
                    <a:pt x="22956" y="78431"/>
                  </a:lnTo>
                  <a:lnTo>
                    <a:pt x="47272" y="47272"/>
                  </a:lnTo>
                  <a:lnTo>
                    <a:pt x="78431" y="22956"/>
                  </a:lnTo>
                  <a:lnTo>
                    <a:pt x="114547" y="6948"/>
                  </a:lnTo>
                  <a:lnTo>
                    <a:pt x="153470" y="193"/>
                  </a:lnTo>
                  <a:lnTo>
                    <a:pt x="161399" y="0"/>
                  </a:lnTo>
                  <a:lnTo>
                    <a:pt x="169329" y="193"/>
                  </a:lnTo>
                  <a:lnTo>
                    <a:pt x="208252" y="6948"/>
                  </a:lnTo>
                  <a:lnTo>
                    <a:pt x="244368" y="22956"/>
                  </a:lnTo>
                  <a:lnTo>
                    <a:pt x="275526" y="47272"/>
                  </a:lnTo>
                  <a:lnTo>
                    <a:pt x="299842" y="78431"/>
                  </a:lnTo>
                  <a:lnTo>
                    <a:pt x="315851" y="114547"/>
                  </a:lnTo>
                  <a:lnTo>
                    <a:pt x="322605" y="153470"/>
                  </a:lnTo>
                  <a:lnTo>
                    <a:pt x="322799" y="161399"/>
                  </a:lnTo>
                  <a:lnTo>
                    <a:pt x="322605" y="169329"/>
                  </a:lnTo>
                  <a:lnTo>
                    <a:pt x="315851" y="208252"/>
                  </a:lnTo>
                  <a:lnTo>
                    <a:pt x="299842" y="244368"/>
                  </a:lnTo>
                  <a:lnTo>
                    <a:pt x="275526" y="275526"/>
                  </a:lnTo>
                  <a:lnTo>
                    <a:pt x="244368" y="299842"/>
                  </a:lnTo>
                  <a:lnTo>
                    <a:pt x="208252" y="315851"/>
                  </a:lnTo>
                  <a:lnTo>
                    <a:pt x="169329" y="322605"/>
                  </a:lnTo>
                  <a:lnTo>
                    <a:pt x="161399" y="322799"/>
                  </a:lnTo>
                  <a:close/>
                </a:path>
              </a:pathLst>
            </a:custGeom>
            <a:solidFill>
              <a:srgbClr val="54AB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429451" y="5462807"/>
              <a:ext cx="206591" cy="16789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743246" y="5412277"/>
              <a:ext cx="269240" cy="269240"/>
            </a:xfrm>
            <a:custGeom>
              <a:avLst/>
              <a:rect l="l" t="t" r="r" b="b"/>
              <a:pathLst>
                <a:path w="269240" h="269239">
                  <a:moveTo>
                    <a:pt x="268999" y="134499"/>
                  </a:moveTo>
                  <a:lnTo>
                    <a:pt x="263209" y="173544"/>
                  </a:lnTo>
                  <a:lnTo>
                    <a:pt x="246332" y="209225"/>
                  </a:lnTo>
                  <a:lnTo>
                    <a:pt x="219826" y="238472"/>
                  </a:lnTo>
                  <a:lnTo>
                    <a:pt x="185970" y="258762"/>
                  </a:lnTo>
                  <a:lnTo>
                    <a:pt x="147683" y="268353"/>
                  </a:lnTo>
                  <a:lnTo>
                    <a:pt x="134499" y="268999"/>
                  </a:lnTo>
                  <a:lnTo>
                    <a:pt x="127892" y="268838"/>
                  </a:lnTo>
                  <a:lnTo>
                    <a:pt x="89195" y="261141"/>
                  </a:lnTo>
                  <a:lnTo>
                    <a:pt x="54371" y="242528"/>
                  </a:lnTo>
                  <a:lnTo>
                    <a:pt x="26472" y="214629"/>
                  </a:lnTo>
                  <a:lnTo>
                    <a:pt x="7858" y="179805"/>
                  </a:lnTo>
                  <a:lnTo>
                    <a:pt x="161" y="141108"/>
                  </a:lnTo>
                  <a:lnTo>
                    <a:pt x="0" y="134499"/>
                  </a:lnTo>
                  <a:lnTo>
                    <a:pt x="161" y="127892"/>
                  </a:lnTo>
                  <a:lnTo>
                    <a:pt x="7858" y="89196"/>
                  </a:lnTo>
                  <a:lnTo>
                    <a:pt x="26472" y="54372"/>
                  </a:lnTo>
                  <a:lnTo>
                    <a:pt x="54371" y="26473"/>
                  </a:lnTo>
                  <a:lnTo>
                    <a:pt x="89195" y="7859"/>
                  </a:lnTo>
                  <a:lnTo>
                    <a:pt x="127892" y="161"/>
                  </a:lnTo>
                  <a:lnTo>
                    <a:pt x="134499" y="0"/>
                  </a:lnTo>
                  <a:lnTo>
                    <a:pt x="141107" y="161"/>
                  </a:lnTo>
                  <a:lnTo>
                    <a:pt x="179804" y="7859"/>
                  </a:lnTo>
                  <a:lnTo>
                    <a:pt x="214628" y="26473"/>
                  </a:lnTo>
                  <a:lnTo>
                    <a:pt x="242527" y="54372"/>
                  </a:lnTo>
                  <a:lnTo>
                    <a:pt x="261141" y="89196"/>
                  </a:lnTo>
                  <a:lnTo>
                    <a:pt x="268838" y="127892"/>
                  </a:lnTo>
                  <a:lnTo>
                    <a:pt x="268999" y="134499"/>
                  </a:lnTo>
                  <a:close/>
                </a:path>
              </a:pathLst>
            </a:custGeom>
            <a:ln w="2151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770523" y="5439177"/>
              <a:ext cx="183619" cy="21519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124799" y="5447996"/>
            <a:ext cx="31305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20" dirty="0">
                <a:latin typeface="Arial"/>
                <a:cs typeface="Arial"/>
              </a:rPr>
              <a:t>2026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2297" y="5447996"/>
            <a:ext cx="157543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latin typeface="Arial"/>
                <a:cs typeface="Arial"/>
              </a:rPr>
              <a:t>WF-02A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Email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verification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03002" y="5447996"/>
            <a:ext cx="92329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latin typeface="Arial"/>
                <a:cs typeface="Arial"/>
              </a:rPr>
              <a:t>Health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Link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001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33" y="10760"/>
            <a:ext cx="10652760" cy="5702935"/>
          </a:xfrm>
          <a:custGeom>
            <a:avLst/>
            <a:rect l="l" t="t" r="r" b="b"/>
            <a:pathLst>
              <a:path w="10652760" h="5702935">
                <a:moveTo>
                  <a:pt x="0" y="0"/>
                </a:moveTo>
                <a:lnTo>
                  <a:pt x="10652393" y="0"/>
                </a:lnTo>
                <a:lnTo>
                  <a:pt x="10652393" y="5702796"/>
                </a:lnTo>
                <a:lnTo>
                  <a:pt x="0" y="5702796"/>
                </a:lnTo>
                <a:lnTo>
                  <a:pt x="0" y="0"/>
                </a:lnTo>
                <a:close/>
              </a:path>
              <a:path w="10652760" h="5702935">
                <a:moveTo>
                  <a:pt x="0" y="5379996"/>
                </a:moveTo>
                <a:lnTo>
                  <a:pt x="10652393" y="5379996"/>
                </a:lnTo>
                <a:lnTo>
                  <a:pt x="10652393" y="5702796"/>
                </a:lnTo>
                <a:lnTo>
                  <a:pt x="0" y="5702796"/>
                </a:lnTo>
                <a:lnTo>
                  <a:pt x="0" y="5379996"/>
                </a:lnTo>
                <a:close/>
              </a:path>
            </a:pathLst>
          </a:custGeom>
          <a:ln w="107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0027" y="390800"/>
            <a:ext cx="92329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latin typeface="Arial"/>
                <a:cs typeface="Arial"/>
              </a:rPr>
              <a:t>Health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Link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001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1622" y="390800"/>
            <a:ext cx="37020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20" dirty="0">
                <a:latin typeface="Arial"/>
                <a:cs typeface="Arial"/>
              </a:rPr>
              <a:t>Home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7232" y="390800"/>
            <a:ext cx="55689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latin typeface="Arial"/>
                <a:cs typeface="Arial"/>
              </a:rPr>
              <a:t>About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Us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04261" y="390800"/>
            <a:ext cx="60706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10" dirty="0">
                <a:latin typeface="Arial"/>
                <a:cs typeface="Arial"/>
              </a:rPr>
              <a:t>Pharmacy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59111" y="390800"/>
            <a:ext cx="66421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latin typeface="Arial"/>
                <a:cs typeface="Arial"/>
              </a:rPr>
              <a:t>Contact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Us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36661" y="390800"/>
            <a:ext cx="75247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b="1" dirty="0">
                <a:latin typeface="Arial"/>
                <a:cs typeface="Arial"/>
              </a:rPr>
              <a:t>My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Account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88428" y="1301959"/>
            <a:ext cx="2259965" cy="3658870"/>
          </a:xfrm>
          <a:prstGeom prst="rect">
            <a:avLst/>
          </a:prstGeom>
          <a:ln w="10759">
            <a:solidFill>
              <a:srgbClr val="000000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10"/>
              </a:spcBef>
            </a:pPr>
            <a:endParaRPr sz="1000">
              <a:latin typeface="Times New Roman"/>
              <a:cs typeface="Times New Roman"/>
            </a:endParaRPr>
          </a:p>
          <a:p>
            <a:pPr marL="263525">
              <a:lnSpc>
                <a:spcPct val="100000"/>
              </a:lnSpc>
            </a:pPr>
            <a:r>
              <a:rPr sz="1000" b="1" spc="-10" dirty="0">
                <a:latin typeface="Arial"/>
                <a:cs typeface="Arial"/>
              </a:rPr>
              <a:t>Annotations</a:t>
            </a:r>
            <a:endParaRPr sz="1000">
              <a:latin typeface="Arial"/>
              <a:cs typeface="Arial"/>
            </a:endParaRPr>
          </a:p>
          <a:p>
            <a:pPr marL="106680" marR="3175" indent="-106680" algn="ctr">
              <a:lnSpc>
                <a:spcPts val="1195"/>
              </a:lnSpc>
              <a:spcBef>
                <a:spcPts val="835"/>
              </a:spcBef>
              <a:buAutoNum type="arabicPlain"/>
              <a:tabLst>
                <a:tab pos="106680" algn="l"/>
              </a:tabLst>
            </a:pPr>
            <a:r>
              <a:rPr sz="1000" dirty="0">
                <a:latin typeface="Arial"/>
                <a:cs typeface="Arial"/>
              </a:rPr>
              <a:t>Reached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after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successful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sign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in.</a:t>
            </a:r>
            <a:endParaRPr sz="1000">
              <a:latin typeface="Arial"/>
              <a:cs typeface="Arial"/>
            </a:endParaRPr>
          </a:p>
          <a:p>
            <a:pPr marL="216535" marR="219710" indent="-635" algn="ctr">
              <a:lnSpc>
                <a:spcPts val="1190"/>
              </a:lnSpc>
              <a:spcBef>
                <a:spcPts val="40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dashboard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comes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dirty="0">
                <a:latin typeface="Arial"/>
                <a:cs typeface="Arial"/>
              </a:rPr>
              <a:t>customer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Account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Process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Map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Arial"/>
              <a:cs typeface="Arial"/>
            </a:endParaRPr>
          </a:p>
          <a:p>
            <a:pPr marL="106680" marR="3175" indent="-106680" algn="ctr">
              <a:lnSpc>
                <a:spcPct val="100000"/>
              </a:lnSpc>
              <a:buAutoNum type="arabicPlain" startAt="2"/>
              <a:tabLst>
                <a:tab pos="106680" algn="l"/>
              </a:tabLst>
            </a:pPr>
            <a:r>
              <a:rPr sz="1000" dirty="0">
                <a:latin typeface="Arial"/>
                <a:cs typeface="Arial"/>
              </a:rPr>
              <a:t>Open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My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profile(WF-</a:t>
            </a:r>
            <a:r>
              <a:rPr sz="1000" spc="-25" dirty="0">
                <a:latin typeface="Arial"/>
                <a:cs typeface="Arial"/>
              </a:rPr>
              <a:t>03)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"/>
              <a:buAutoNum type="arabicPlain" startAt="2"/>
            </a:pPr>
            <a:endParaRPr sz="1000">
              <a:latin typeface="Arial"/>
              <a:cs typeface="Arial"/>
            </a:endParaRPr>
          </a:p>
          <a:p>
            <a:pPr marL="106680" marR="3175" indent="-106680" algn="ctr">
              <a:lnSpc>
                <a:spcPct val="100000"/>
              </a:lnSpc>
              <a:buAutoNum type="arabicPlain" startAt="2"/>
              <a:tabLst>
                <a:tab pos="106680" algn="l"/>
              </a:tabLst>
            </a:pPr>
            <a:r>
              <a:rPr sz="1000" dirty="0">
                <a:latin typeface="Arial"/>
                <a:cs typeface="Arial"/>
              </a:rPr>
              <a:t>Opens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My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orders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Arial"/>
              <a:buAutoNum type="arabicPlain" startAt="2"/>
            </a:pPr>
            <a:endParaRPr sz="1000">
              <a:latin typeface="Arial"/>
              <a:cs typeface="Arial"/>
            </a:endParaRPr>
          </a:p>
          <a:p>
            <a:pPr marL="187325" marR="190500" indent="106680" algn="ctr">
              <a:lnSpc>
                <a:spcPts val="1190"/>
              </a:lnSpc>
              <a:buAutoNum type="arabicPlain" startAt="2"/>
              <a:tabLst>
                <a:tab pos="294005" algn="l"/>
              </a:tabLst>
            </a:pPr>
            <a:r>
              <a:rPr sz="1000" dirty="0">
                <a:latin typeface="Arial"/>
                <a:cs typeface="Arial"/>
              </a:rPr>
              <a:t>Sign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ends</a:t>
            </a:r>
            <a:r>
              <a:rPr sz="1000" spc="3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session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and </a:t>
            </a:r>
            <a:r>
              <a:rPr sz="1000" dirty="0">
                <a:latin typeface="Arial"/>
                <a:cs typeface="Arial"/>
              </a:rPr>
              <a:t>return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Home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page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52648" y="5385376"/>
            <a:ext cx="2270760" cy="323215"/>
            <a:chOff x="7752648" y="5385376"/>
            <a:chExt cx="2270760" cy="323215"/>
          </a:xfrm>
        </p:grpSpPr>
        <p:sp>
          <p:nvSpPr>
            <p:cNvPr id="11" name="object 11"/>
            <p:cNvSpPr/>
            <p:nvPr/>
          </p:nvSpPr>
          <p:spPr>
            <a:xfrm>
              <a:off x="7752648" y="5385376"/>
              <a:ext cx="323215" cy="323215"/>
            </a:xfrm>
            <a:custGeom>
              <a:avLst/>
              <a:rect l="l" t="t" r="r" b="b"/>
              <a:pathLst>
                <a:path w="323215" h="323214">
                  <a:moveTo>
                    <a:pt x="161399" y="322799"/>
                  </a:moveTo>
                  <a:lnTo>
                    <a:pt x="122173" y="317961"/>
                  </a:lnTo>
                  <a:lnTo>
                    <a:pt x="85315" y="303743"/>
                  </a:lnTo>
                  <a:lnTo>
                    <a:pt x="53016" y="280996"/>
                  </a:lnTo>
                  <a:lnTo>
                    <a:pt x="27200" y="251068"/>
                  </a:lnTo>
                  <a:lnTo>
                    <a:pt x="9430" y="215765"/>
                  </a:lnTo>
                  <a:lnTo>
                    <a:pt x="775" y="177220"/>
                  </a:lnTo>
                  <a:lnTo>
                    <a:pt x="0" y="161399"/>
                  </a:lnTo>
                  <a:lnTo>
                    <a:pt x="193" y="153470"/>
                  </a:lnTo>
                  <a:lnTo>
                    <a:pt x="6948" y="114547"/>
                  </a:lnTo>
                  <a:lnTo>
                    <a:pt x="22956" y="78431"/>
                  </a:lnTo>
                  <a:lnTo>
                    <a:pt x="47272" y="47272"/>
                  </a:lnTo>
                  <a:lnTo>
                    <a:pt x="78431" y="22956"/>
                  </a:lnTo>
                  <a:lnTo>
                    <a:pt x="114547" y="6948"/>
                  </a:lnTo>
                  <a:lnTo>
                    <a:pt x="153470" y="193"/>
                  </a:lnTo>
                  <a:lnTo>
                    <a:pt x="161399" y="0"/>
                  </a:lnTo>
                  <a:lnTo>
                    <a:pt x="169329" y="193"/>
                  </a:lnTo>
                  <a:lnTo>
                    <a:pt x="208252" y="6948"/>
                  </a:lnTo>
                  <a:lnTo>
                    <a:pt x="244368" y="22956"/>
                  </a:lnTo>
                  <a:lnTo>
                    <a:pt x="275526" y="47272"/>
                  </a:lnTo>
                  <a:lnTo>
                    <a:pt x="299842" y="78431"/>
                  </a:lnTo>
                  <a:lnTo>
                    <a:pt x="315851" y="114547"/>
                  </a:lnTo>
                  <a:lnTo>
                    <a:pt x="322605" y="153470"/>
                  </a:lnTo>
                  <a:lnTo>
                    <a:pt x="322799" y="161399"/>
                  </a:lnTo>
                  <a:lnTo>
                    <a:pt x="322605" y="169329"/>
                  </a:lnTo>
                  <a:lnTo>
                    <a:pt x="315851" y="208252"/>
                  </a:lnTo>
                  <a:lnTo>
                    <a:pt x="299843" y="244368"/>
                  </a:lnTo>
                  <a:lnTo>
                    <a:pt x="275526" y="275526"/>
                  </a:lnTo>
                  <a:lnTo>
                    <a:pt x="244368" y="299842"/>
                  </a:lnTo>
                  <a:lnTo>
                    <a:pt x="208252" y="315851"/>
                  </a:lnTo>
                  <a:lnTo>
                    <a:pt x="169329" y="322605"/>
                  </a:lnTo>
                  <a:lnTo>
                    <a:pt x="161399" y="322799"/>
                  </a:lnTo>
                  <a:close/>
                </a:path>
              </a:pathLst>
            </a:custGeom>
            <a:solidFill>
              <a:srgbClr val="3B589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7861437" y="5447991"/>
              <a:ext cx="97096" cy="2106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371347" y="5385376"/>
              <a:ext cx="323215" cy="323215"/>
            </a:xfrm>
            <a:custGeom>
              <a:avLst/>
              <a:rect l="l" t="t" r="r" b="b"/>
              <a:pathLst>
                <a:path w="323215" h="323214">
                  <a:moveTo>
                    <a:pt x="161399" y="322799"/>
                  </a:moveTo>
                  <a:lnTo>
                    <a:pt x="122173" y="317961"/>
                  </a:lnTo>
                  <a:lnTo>
                    <a:pt x="85315" y="303743"/>
                  </a:lnTo>
                  <a:lnTo>
                    <a:pt x="53016" y="280996"/>
                  </a:lnTo>
                  <a:lnTo>
                    <a:pt x="27200" y="251068"/>
                  </a:lnTo>
                  <a:lnTo>
                    <a:pt x="9430" y="215765"/>
                  </a:lnTo>
                  <a:lnTo>
                    <a:pt x="775" y="177220"/>
                  </a:lnTo>
                  <a:lnTo>
                    <a:pt x="0" y="161399"/>
                  </a:lnTo>
                  <a:lnTo>
                    <a:pt x="193" y="153470"/>
                  </a:lnTo>
                  <a:lnTo>
                    <a:pt x="6948" y="114547"/>
                  </a:lnTo>
                  <a:lnTo>
                    <a:pt x="22956" y="78431"/>
                  </a:lnTo>
                  <a:lnTo>
                    <a:pt x="47272" y="47272"/>
                  </a:lnTo>
                  <a:lnTo>
                    <a:pt x="78431" y="22956"/>
                  </a:lnTo>
                  <a:lnTo>
                    <a:pt x="114547" y="6948"/>
                  </a:lnTo>
                  <a:lnTo>
                    <a:pt x="153470" y="193"/>
                  </a:lnTo>
                  <a:lnTo>
                    <a:pt x="161399" y="0"/>
                  </a:lnTo>
                  <a:lnTo>
                    <a:pt x="169329" y="193"/>
                  </a:lnTo>
                  <a:lnTo>
                    <a:pt x="208252" y="6948"/>
                  </a:lnTo>
                  <a:lnTo>
                    <a:pt x="244368" y="22956"/>
                  </a:lnTo>
                  <a:lnTo>
                    <a:pt x="275526" y="47272"/>
                  </a:lnTo>
                  <a:lnTo>
                    <a:pt x="299842" y="78431"/>
                  </a:lnTo>
                  <a:lnTo>
                    <a:pt x="315851" y="114547"/>
                  </a:lnTo>
                  <a:lnTo>
                    <a:pt x="322605" y="153470"/>
                  </a:lnTo>
                  <a:lnTo>
                    <a:pt x="322799" y="161399"/>
                  </a:lnTo>
                  <a:lnTo>
                    <a:pt x="322605" y="169329"/>
                  </a:lnTo>
                  <a:lnTo>
                    <a:pt x="315851" y="208252"/>
                  </a:lnTo>
                  <a:lnTo>
                    <a:pt x="299842" y="244368"/>
                  </a:lnTo>
                  <a:lnTo>
                    <a:pt x="275526" y="275526"/>
                  </a:lnTo>
                  <a:lnTo>
                    <a:pt x="244368" y="299842"/>
                  </a:lnTo>
                  <a:lnTo>
                    <a:pt x="208252" y="315851"/>
                  </a:lnTo>
                  <a:lnTo>
                    <a:pt x="169329" y="322605"/>
                  </a:lnTo>
                  <a:lnTo>
                    <a:pt x="161399" y="322799"/>
                  </a:lnTo>
                  <a:close/>
                </a:path>
              </a:pathLst>
            </a:custGeom>
            <a:solidFill>
              <a:srgbClr val="54AB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429451" y="5462807"/>
              <a:ext cx="206591" cy="16789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43246" y="5412277"/>
              <a:ext cx="269240" cy="269240"/>
            </a:xfrm>
            <a:custGeom>
              <a:avLst/>
              <a:rect l="l" t="t" r="r" b="b"/>
              <a:pathLst>
                <a:path w="269240" h="269239">
                  <a:moveTo>
                    <a:pt x="268999" y="134499"/>
                  </a:moveTo>
                  <a:lnTo>
                    <a:pt x="263209" y="173544"/>
                  </a:lnTo>
                  <a:lnTo>
                    <a:pt x="246332" y="209225"/>
                  </a:lnTo>
                  <a:lnTo>
                    <a:pt x="219826" y="238472"/>
                  </a:lnTo>
                  <a:lnTo>
                    <a:pt x="185970" y="258762"/>
                  </a:lnTo>
                  <a:lnTo>
                    <a:pt x="147683" y="268353"/>
                  </a:lnTo>
                  <a:lnTo>
                    <a:pt x="134499" y="268999"/>
                  </a:lnTo>
                  <a:lnTo>
                    <a:pt x="127892" y="268838"/>
                  </a:lnTo>
                  <a:lnTo>
                    <a:pt x="89195" y="261141"/>
                  </a:lnTo>
                  <a:lnTo>
                    <a:pt x="54371" y="242528"/>
                  </a:lnTo>
                  <a:lnTo>
                    <a:pt x="26472" y="214629"/>
                  </a:lnTo>
                  <a:lnTo>
                    <a:pt x="7858" y="179805"/>
                  </a:lnTo>
                  <a:lnTo>
                    <a:pt x="161" y="141108"/>
                  </a:lnTo>
                  <a:lnTo>
                    <a:pt x="0" y="134499"/>
                  </a:lnTo>
                  <a:lnTo>
                    <a:pt x="161" y="127892"/>
                  </a:lnTo>
                  <a:lnTo>
                    <a:pt x="7858" y="89196"/>
                  </a:lnTo>
                  <a:lnTo>
                    <a:pt x="26472" y="54372"/>
                  </a:lnTo>
                  <a:lnTo>
                    <a:pt x="54371" y="26473"/>
                  </a:lnTo>
                  <a:lnTo>
                    <a:pt x="89195" y="7859"/>
                  </a:lnTo>
                  <a:lnTo>
                    <a:pt x="127892" y="161"/>
                  </a:lnTo>
                  <a:lnTo>
                    <a:pt x="134499" y="0"/>
                  </a:lnTo>
                  <a:lnTo>
                    <a:pt x="141107" y="161"/>
                  </a:lnTo>
                  <a:lnTo>
                    <a:pt x="179804" y="7859"/>
                  </a:lnTo>
                  <a:lnTo>
                    <a:pt x="214628" y="26473"/>
                  </a:lnTo>
                  <a:lnTo>
                    <a:pt x="242527" y="54372"/>
                  </a:lnTo>
                  <a:lnTo>
                    <a:pt x="261141" y="89196"/>
                  </a:lnTo>
                  <a:lnTo>
                    <a:pt x="268838" y="127892"/>
                  </a:lnTo>
                  <a:lnTo>
                    <a:pt x="268999" y="134499"/>
                  </a:lnTo>
                  <a:close/>
                </a:path>
              </a:pathLst>
            </a:custGeom>
            <a:ln w="2151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770523" y="5439177"/>
              <a:ext cx="183619" cy="2151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0124799" y="5447996"/>
            <a:ext cx="31305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20" dirty="0">
                <a:latin typeface="Arial"/>
                <a:cs typeface="Arial"/>
              </a:rPr>
              <a:t>2026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3259" y="5447996"/>
            <a:ext cx="176276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latin typeface="Arial"/>
                <a:cs typeface="Arial"/>
              </a:rPr>
              <a:t>WF-02AB/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Account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dashboard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03002" y="5447996"/>
            <a:ext cx="92329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latin typeface="Arial"/>
                <a:cs typeface="Arial"/>
              </a:rPr>
              <a:t>Health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Link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001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1633" y="4314757"/>
            <a:ext cx="1291590" cy="323215"/>
          </a:xfrm>
          <a:prstGeom prst="rect">
            <a:avLst/>
          </a:prstGeom>
          <a:solidFill>
            <a:srgbClr val="B0DDF0"/>
          </a:solidFill>
        </p:spPr>
        <p:txBody>
          <a:bodyPr vert="horz" wrap="square" lIns="0" tIns="71755" rIns="0" bIns="0" rtlCol="0">
            <a:spAutoFit/>
          </a:bodyPr>
          <a:lstStyle/>
          <a:p>
            <a:pPr marL="41402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Arial"/>
                <a:cs typeface="Arial"/>
              </a:rPr>
              <a:t>sign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out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1233" y="1301959"/>
            <a:ext cx="7478395" cy="3658870"/>
          </a:xfrm>
          <a:prstGeom prst="rect">
            <a:avLst/>
          </a:prstGeom>
          <a:ln w="10759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000">
              <a:latin typeface="Times New Roman"/>
              <a:cs typeface="Times New Roman"/>
            </a:endParaRPr>
          </a:p>
          <a:p>
            <a:pPr marL="338455">
              <a:lnSpc>
                <a:spcPct val="100000"/>
              </a:lnSpc>
              <a:spcBef>
                <a:spcPts val="5"/>
              </a:spcBef>
            </a:pPr>
            <a:r>
              <a:rPr sz="1000" b="1" dirty="0">
                <a:latin typeface="Arial"/>
                <a:cs typeface="Arial"/>
              </a:rPr>
              <a:t>My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account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00">
              <a:latin typeface="Arial"/>
              <a:cs typeface="Arial"/>
            </a:endParaRPr>
          </a:p>
          <a:p>
            <a:pPr marL="339725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Welcome,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[first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name]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1633" y="2162759"/>
            <a:ext cx="3228340" cy="1937385"/>
          </a:xfrm>
          <a:prstGeom prst="rect">
            <a:avLst/>
          </a:prstGeom>
          <a:ln w="10759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000">
              <a:latin typeface="Times New Roman"/>
              <a:cs typeface="Times New Roman"/>
            </a:endParaRPr>
          </a:p>
          <a:p>
            <a:pPr marL="120014">
              <a:lnSpc>
                <a:spcPct val="100000"/>
              </a:lnSpc>
              <a:spcBef>
                <a:spcPts val="5"/>
              </a:spcBef>
            </a:pPr>
            <a:r>
              <a:rPr sz="1000" b="1" dirty="0">
                <a:latin typeface="Arial"/>
                <a:cs typeface="Arial"/>
              </a:rPr>
              <a:t>My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profile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000">
              <a:latin typeface="Arial"/>
              <a:cs typeface="Arial"/>
            </a:endParaRPr>
          </a:p>
          <a:p>
            <a:pPr marL="353695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View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update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your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personal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details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>
              <a:latin typeface="Arial"/>
              <a:cs typeface="Arial"/>
            </a:endParaRPr>
          </a:p>
          <a:p>
            <a:pPr marL="29654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Arial"/>
                <a:cs typeface="Arial"/>
              </a:rPr>
              <a:t>Open </a:t>
            </a:r>
            <a:r>
              <a:rPr sz="850" spc="-25" dirty="0">
                <a:latin typeface="Arial"/>
                <a:cs typeface="Arial"/>
              </a:rPr>
              <a:t>&gt;&gt;</a:t>
            </a:r>
            <a:endParaRPr sz="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22430" y="2162759"/>
            <a:ext cx="3228340" cy="1937385"/>
          </a:xfrm>
          <a:prstGeom prst="rect">
            <a:avLst/>
          </a:prstGeom>
          <a:ln w="10759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000">
              <a:latin typeface="Times New Roman"/>
              <a:cs typeface="Times New Roman"/>
            </a:endParaRPr>
          </a:p>
          <a:p>
            <a:pPr marR="2486660" algn="r">
              <a:lnSpc>
                <a:spcPct val="100000"/>
              </a:lnSpc>
              <a:spcBef>
                <a:spcPts val="5"/>
              </a:spcBef>
            </a:pPr>
            <a:r>
              <a:rPr sz="1000" b="1" dirty="0">
                <a:latin typeface="Arial"/>
                <a:cs typeface="Arial"/>
              </a:rPr>
              <a:t>My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orders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000">
              <a:latin typeface="Arial"/>
              <a:cs typeface="Arial"/>
            </a:endParaRPr>
          </a:p>
          <a:p>
            <a:pPr marL="534035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Track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your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pharmacy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orders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000">
              <a:latin typeface="Arial"/>
              <a:cs typeface="Arial"/>
            </a:endParaRPr>
          </a:p>
          <a:p>
            <a:pPr marR="2468245" algn="r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Arial"/>
                <a:cs typeface="Arial"/>
              </a:rPr>
              <a:t>Open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&gt;&gt;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92" y="10319"/>
            <a:ext cx="10216515" cy="7533640"/>
          </a:xfrm>
          <a:custGeom>
            <a:avLst/>
            <a:rect l="l" t="t" r="r" b="b"/>
            <a:pathLst>
              <a:path w="10216515" h="7533640">
                <a:moveTo>
                  <a:pt x="0" y="0"/>
                </a:moveTo>
                <a:lnTo>
                  <a:pt x="10216319" y="0"/>
                </a:lnTo>
                <a:lnTo>
                  <a:pt x="10216319" y="7533245"/>
                </a:lnTo>
                <a:lnTo>
                  <a:pt x="0" y="7533245"/>
                </a:lnTo>
                <a:lnTo>
                  <a:pt x="0" y="0"/>
                </a:lnTo>
                <a:close/>
              </a:path>
              <a:path w="10216515" h="7533640">
                <a:moveTo>
                  <a:pt x="0" y="7223660"/>
                </a:moveTo>
                <a:lnTo>
                  <a:pt x="10216319" y="7223660"/>
                </a:lnTo>
                <a:lnTo>
                  <a:pt x="10216319" y="7533245"/>
                </a:lnTo>
                <a:lnTo>
                  <a:pt x="0" y="7533245"/>
                </a:lnTo>
                <a:lnTo>
                  <a:pt x="0" y="7223660"/>
                </a:lnTo>
                <a:close/>
              </a:path>
            </a:pathLst>
          </a:custGeom>
          <a:ln w="103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4542" y="271085"/>
            <a:ext cx="88646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Arial"/>
                <a:cs typeface="Arial"/>
              </a:rPr>
              <a:t>Health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Link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001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6308" y="271085"/>
            <a:ext cx="35623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latin typeface="Arial"/>
                <a:cs typeface="Arial"/>
              </a:rPr>
              <a:t>Home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2190" y="271085"/>
            <a:ext cx="53530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Arial"/>
                <a:cs typeface="Arial"/>
              </a:rPr>
              <a:t>About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Us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50660" y="271085"/>
            <a:ext cx="58293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Arial"/>
                <a:cs typeface="Arial"/>
              </a:rPr>
              <a:t>Pharmacy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1430" y="271085"/>
            <a:ext cx="63817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Arial"/>
                <a:cs typeface="Arial"/>
              </a:rPr>
              <a:t>Contact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Us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01264" y="271085"/>
            <a:ext cx="72263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latin typeface="Arial"/>
                <a:cs typeface="Arial"/>
              </a:rPr>
              <a:t>My</a:t>
            </a:r>
            <a:r>
              <a:rPr sz="950" b="1" spc="5" dirty="0">
                <a:latin typeface="Arial"/>
                <a:cs typeface="Arial"/>
              </a:rPr>
              <a:t> </a:t>
            </a:r>
            <a:r>
              <a:rPr sz="950" b="1" spc="-10" dirty="0">
                <a:latin typeface="Arial"/>
                <a:cs typeface="Arial"/>
              </a:rPr>
              <a:t>Account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53224" y="1558246"/>
            <a:ext cx="2167255" cy="5263515"/>
          </a:xfrm>
          <a:prstGeom prst="rect">
            <a:avLst/>
          </a:prstGeom>
          <a:ln w="10319">
            <a:solidFill>
              <a:srgbClr val="000000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85"/>
              </a:spcBef>
            </a:pPr>
            <a:endParaRPr sz="9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950" b="1" spc="-10" dirty="0">
                <a:latin typeface="Arial"/>
                <a:cs typeface="Arial"/>
              </a:rPr>
              <a:t>Annotations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950">
              <a:latin typeface="Arial"/>
              <a:cs typeface="Arial"/>
            </a:endParaRPr>
          </a:p>
          <a:p>
            <a:pPr marL="155575" marR="96520" indent="102235" algn="ctr">
              <a:lnSpc>
                <a:spcPct val="100000"/>
              </a:lnSpc>
              <a:buAutoNum type="arabicPlain"/>
              <a:tabLst>
                <a:tab pos="257810" algn="l"/>
              </a:tabLst>
            </a:pPr>
            <a:r>
              <a:rPr sz="950" dirty="0">
                <a:latin typeface="Arial"/>
                <a:cs typeface="Arial"/>
              </a:rPr>
              <a:t>Side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menu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: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Profile,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Security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and </a:t>
            </a:r>
            <a:r>
              <a:rPr sz="950" dirty="0">
                <a:latin typeface="Arial"/>
                <a:cs typeface="Arial"/>
              </a:rPr>
              <a:t>Sign</a:t>
            </a:r>
            <a:r>
              <a:rPr sz="950" spc="40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out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Font typeface="Arial"/>
              <a:buAutoNum type="arabicPlain"/>
            </a:pPr>
            <a:endParaRPr sz="950">
              <a:latin typeface="Arial"/>
              <a:cs typeface="Arial"/>
            </a:endParaRPr>
          </a:p>
          <a:p>
            <a:pPr marL="118745" indent="-102235" algn="ctr">
              <a:lnSpc>
                <a:spcPct val="100000"/>
              </a:lnSpc>
              <a:buAutoNum type="arabicPlain"/>
              <a:tabLst>
                <a:tab pos="118745" algn="l"/>
              </a:tabLst>
            </a:pPr>
            <a:r>
              <a:rPr sz="950" dirty="0">
                <a:latin typeface="Arial"/>
                <a:cs typeface="Arial"/>
              </a:rPr>
              <a:t>Success</a:t>
            </a:r>
            <a:r>
              <a:rPr sz="950" spc="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banner</a:t>
            </a:r>
            <a:r>
              <a:rPr sz="950" spc="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after</a:t>
            </a:r>
            <a:r>
              <a:rPr sz="950" spc="8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saving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AutoNum type="arabicPlain"/>
            </a:pPr>
            <a:endParaRPr sz="950">
              <a:latin typeface="Arial"/>
              <a:cs typeface="Arial"/>
            </a:endParaRPr>
          </a:p>
          <a:p>
            <a:pPr marL="189865" marR="130810" indent="102235" algn="ctr">
              <a:lnSpc>
                <a:spcPct val="106900"/>
              </a:lnSpc>
              <a:buAutoNum type="arabicPlain"/>
              <a:tabLst>
                <a:tab pos="292100" algn="l"/>
              </a:tabLst>
            </a:pPr>
            <a:r>
              <a:rPr sz="950" dirty="0">
                <a:latin typeface="Arial"/>
                <a:cs typeface="Arial"/>
              </a:rPr>
              <a:t>Customer</a:t>
            </a:r>
            <a:r>
              <a:rPr sz="950" spc="9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can</a:t>
            </a:r>
            <a:r>
              <a:rPr sz="950" spc="9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update</a:t>
            </a:r>
            <a:r>
              <a:rPr sz="950" spc="9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permitted </a:t>
            </a:r>
            <a:r>
              <a:rPr sz="950" dirty="0">
                <a:latin typeface="Arial"/>
                <a:cs typeface="Arial"/>
              </a:rPr>
              <a:t>personal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information</a:t>
            </a:r>
            <a:r>
              <a:rPr sz="950" spc="130" dirty="0">
                <a:latin typeface="Arial"/>
                <a:cs typeface="Arial"/>
              </a:rPr>
              <a:t> </a:t>
            </a:r>
            <a:r>
              <a:rPr sz="950" spc="-20" dirty="0">
                <a:latin typeface="Arial"/>
                <a:cs typeface="Arial"/>
              </a:rPr>
              <a:t>only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"/>
              <a:buAutoNum type="arabicPlain"/>
            </a:pPr>
            <a:endParaRPr sz="950">
              <a:latin typeface="Arial"/>
              <a:cs typeface="Arial"/>
            </a:endParaRPr>
          </a:p>
          <a:p>
            <a:pPr marL="186690" marR="127635" indent="102235" algn="ctr">
              <a:lnSpc>
                <a:spcPct val="100000"/>
              </a:lnSpc>
              <a:buAutoNum type="arabicPlain"/>
              <a:tabLst>
                <a:tab pos="288925" algn="l"/>
              </a:tabLst>
            </a:pPr>
            <a:r>
              <a:rPr sz="950" dirty="0">
                <a:latin typeface="Arial"/>
                <a:cs typeface="Arial"/>
              </a:rPr>
              <a:t>Editable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fields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are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permitted </a:t>
            </a:r>
            <a:r>
              <a:rPr sz="950" spc="-20" dirty="0">
                <a:latin typeface="Arial"/>
                <a:cs typeface="Arial"/>
              </a:rPr>
              <a:t>ones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"/>
              <a:buAutoNum type="arabicPlain"/>
            </a:pPr>
            <a:endParaRPr sz="950">
              <a:latin typeface="Arial"/>
              <a:cs typeface="Arial"/>
            </a:endParaRPr>
          </a:p>
          <a:p>
            <a:pPr marL="148590" marR="89535" indent="-635" algn="ctr">
              <a:lnSpc>
                <a:spcPct val="106900"/>
              </a:lnSpc>
              <a:spcBef>
                <a:spcPts val="5"/>
              </a:spcBef>
              <a:buAutoNum type="arabicPlain"/>
              <a:tabLst>
                <a:tab pos="148590" algn="l"/>
                <a:tab pos="250190" algn="l"/>
              </a:tabLst>
            </a:pPr>
            <a:r>
              <a:rPr sz="950" dirty="0">
                <a:latin typeface="Arial"/>
                <a:cs typeface="Arial"/>
              </a:rPr>
              <a:t>	Unsaved</a:t>
            </a:r>
            <a:r>
              <a:rPr sz="950" spc="9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changes</a:t>
            </a:r>
            <a:r>
              <a:rPr sz="950" spc="9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prompt</a:t>
            </a:r>
            <a:r>
              <a:rPr sz="950" spc="95" dirty="0">
                <a:latin typeface="Arial"/>
                <a:cs typeface="Arial"/>
              </a:rPr>
              <a:t> </a:t>
            </a:r>
            <a:r>
              <a:rPr sz="950" spc="-60" dirty="0">
                <a:latin typeface="Arial"/>
                <a:cs typeface="Arial"/>
              </a:rPr>
              <a:t>a </a:t>
            </a:r>
            <a:r>
              <a:rPr sz="950" dirty="0">
                <a:latin typeface="Arial"/>
                <a:cs typeface="Arial"/>
              </a:rPr>
              <a:t>warning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if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user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leaves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spc="-20" dirty="0">
                <a:latin typeface="Arial"/>
                <a:cs typeface="Arial"/>
              </a:rPr>
              <a:t>page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35283" y="7228818"/>
            <a:ext cx="2177415" cy="309880"/>
            <a:chOff x="7435283" y="7228818"/>
            <a:chExt cx="2177415" cy="309880"/>
          </a:xfrm>
        </p:grpSpPr>
        <p:sp>
          <p:nvSpPr>
            <p:cNvPr id="11" name="object 11"/>
            <p:cNvSpPr/>
            <p:nvPr/>
          </p:nvSpPr>
          <p:spPr>
            <a:xfrm>
              <a:off x="7435283" y="7228818"/>
              <a:ext cx="309880" cy="309880"/>
            </a:xfrm>
            <a:custGeom>
              <a:avLst/>
              <a:rect l="l" t="t" r="r" b="b"/>
              <a:pathLst>
                <a:path w="309879" h="309879">
                  <a:moveTo>
                    <a:pt x="154792" y="309585"/>
                  </a:moveTo>
                  <a:lnTo>
                    <a:pt x="109858" y="302921"/>
                  </a:lnTo>
                  <a:lnTo>
                    <a:pt x="68794" y="283498"/>
                  </a:lnTo>
                  <a:lnTo>
                    <a:pt x="35134" y="252993"/>
                  </a:lnTo>
                  <a:lnTo>
                    <a:pt x="11782" y="214029"/>
                  </a:lnTo>
                  <a:lnTo>
                    <a:pt x="743" y="169965"/>
                  </a:lnTo>
                  <a:lnTo>
                    <a:pt x="0" y="154792"/>
                  </a:lnTo>
                  <a:lnTo>
                    <a:pt x="185" y="147188"/>
                  </a:lnTo>
                  <a:lnTo>
                    <a:pt x="9044" y="102652"/>
                  </a:lnTo>
                  <a:lnTo>
                    <a:pt x="30466" y="62574"/>
                  </a:lnTo>
                  <a:lnTo>
                    <a:pt x="62574" y="30466"/>
                  </a:lnTo>
                  <a:lnTo>
                    <a:pt x="102652" y="9044"/>
                  </a:lnTo>
                  <a:lnTo>
                    <a:pt x="147188" y="185"/>
                  </a:lnTo>
                  <a:lnTo>
                    <a:pt x="154792" y="0"/>
                  </a:lnTo>
                  <a:lnTo>
                    <a:pt x="162397" y="185"/>
                  </a:lnTo>
                  <a:lnTo>
                    <a:pt x="206932" y="9044"/>
                  </a:lnTo>
                  <a:lnTo>
                    <a:pt x="247010" y="30466"/>
                  </a:lnTo>
                  <a:lnTo>
                    <a:pt x="279118" y="62574"/>
                  </a:lnTo>
                  <a:lnTo>
                    <a:pt x="300540" y="102652"/>
                  </a:lnTo>
                  <a:lnTo>
                    <a:pt x="309399" y="147188"/>
                  </a:lnTo>
                  <a:lnTo>
                    <a:pt x="309585" y="154792"/>
                  </a:lnTo>
                  <a:lnTo>
                    <a:pt x="309399" y="162397"/>
                  </a:lnTo>
                  <a:lnTo>
                    <a:pt x="300540" y="206932"/>
                  </a:lnTo>
                  <a:lnTo>
                    <a:pt x="279118" y="247010"/>
                  </a:lnTo>
                  <a:lnTo>
                    <a:pt x="247010" y="279118"/>
                  </a:lnTo>
                  <a:lnTo>
                    <a:pt x="206932" y="300540"/>
                  </a:lnTo>
                  <a:lnTo>
                    <a:pt x="162397" y="309399"/>
                  </a:lnTo>
                  <a:lnTo>
                    <a:pt x="154792" y="309585"/>
                  </a:lnTo>
                  <a:close/>
                </a:path>
              </a:pathLst>
            </a:custGeom>
            <a:solidFill>
              <a:srgbClr val="3B589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7539619" y="7288869"/>
              <a:ext cx="93121" cy="2019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028654" y="7228818"/>
              <a:ext cx="309880" cy="309880"/>
            </a:xfrm>
            <a:custGeom>
              <a:avLst/>
              <a:rect l="l" t="t" r="r" b="b"/>
              <a:pathLst>
                <a:path w="309879" h="309879">
                  <a:moveTo>
                    <a:pt x="154792" y="309585"/>
                  </a:moveTo>
                  <a:lnTo>
                    <a:pt x="109858" y="302921"/>
                  </a:lnTo>
                  <a:lnTo>
                    <a:pt x="68794" y="283498"/>
                  </a:lnTo>
                  <a:lnTo>
                    <a:pt x="35134" y="252993"/>
                  </a:lnTo>
                  <a:lnTo>
                    <a:pt x="11782" y="214029"/>
                  </a:lnTo>
                  <a:lnTo>
                    <a:pt x="743" y="169965"/>
                  </a:lnTo>
                  <a:lnTo>
                    <a:pt x="0" y="154792"/>
                  </a:lnTo>
                  <a:lnTo>
                    <a:pt x="185" y="147188"/>
                  </a:lnTo>
                  <a:lnTo>
                    <a:pt x="9044" y="102652"/>
                  </a:lnTo>
                  <a:lnTo>
                    <a:pt x="30466" y="62574"/>
                  </a:lnTo>
                  <a:lnTo>
                    <a:pt x="62574" y="30466"/>
                  </a:lnTo>
                  <a:lnTo>
                    <a:pt x="102652" y="9044"/>
                  </a:lnTo>
                  <a:lnTo>
                    <a:pt x="147188" y="185"/>
                  </a:lnTo>
                  <a:lnTo>
                    <a:pt x="154792" y="0"/>
                  </a:lnTo>
                  <a:lnTo>
                    <a:pt x="162397" y="185"/>
                  </a:lnTo>
                  <a:lnTo>
                    <a:pt x="206932" y="9044"/>
                  </a:lnTo>
                  <a:lnTo>
                    <a:pt x="247010" y="30466"/>
                  </a:lnTo>
                  <a:lnTo>
                    <a:pt x="279118" y="62574"/>
                  </a:lnTo>
                  <a:lnTo>
                    <a:pt x="300540" y="102652"/>
                  </a:lnTo>
                  <a:lnTo>
                    <a:pt x="309399" y="147188"/>
                  </a:lnTo>
                  <a:lnTo>
                    <a:pt x="309585" y="154792"/>
                  </a:lnTo>
                  <a:lnTo>
                    <a:pt x="309399" y="162397"/>
                  </a:lnTo>
                  <a:lnTo>
                    <a:pt x="300540" y="206932"/>
                  </a:lnTo>
                  <a:lnTo>
                    <a:pt x="279118" y="247010"/>
                  </a:lnTo>
                  <a:lnTo>
                    <a:pt x="247010" y="279118"/>
                  </a:lnTo>
                  <a:lnTo>
                    <a:pt x="206932" y="300540"/>
                  </a:lnTo>
                  <a:lnTo>
                    <a:pt x="162397" y="309399"/>
                  </a:lnTo>
                  <a:lnTo>
                    <a:pt x="154792" y="309585"/>
                  </a:lnTo>
                  <a:close/>
                </a:path>
              </a:pathLst>
            </a:custGeom>
            <a:solidFill>
              <a:srgbClr val="54AB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084380" y="7303079"/>
              <a:ext cx="198134" cy="1610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344393" y="7254616"/>
              <a:ext cx="258445" cy="258445"/>
            </a:xfrm>
            <a:custGeom>
              <a:avLst/>
              <a:rect l="l" t="t" r="r" b="b"/>
              <a:pathLst>
                <a:path w="258445" h="258445">
                  <a:moveTo>
                    <a:pt x="257987" y="128993"/>
                  </a:moveTo>
                  <a:lnTo>
                    <a:pt x="251410" y="170534"/>
                  </a:lnTo>
                  <a:lnTo>
                    <a:pt x="248168" y="178358"/>
                  </a:lnTo>
                  <a:lnTo>
                    <a:pt x="244927" y="186183"/>
                  </a:lnTo>
                  <a:lnTo>
                    <a:pt x="240954" y="193618"/>
                  </a:lnTo>
                  <a:lnTo>
                    <a:pt x="236248" y="200660"/>
                  </a:lnTo>
                  <a:lnTo>
                    <a:pt x="231542" y="207702"/>
                  </a:lnTo>
                  <a:lnTo>
                    <a:pt x="226195" y="214218"/>
                  </a:lnTo>
                  <a:lnTo>
                    <a:pt x="220206" y="220207"/>
                  </a:lnTo>
                  <a:lnTo>
                    <a:pt x="214217" y="226196"/>
                  </a:lnTo>
                  <a:lnTo>
                    <a:pt x="207701" y="231544"/>
                  </a:lnTo>
                  <a:lnTo>
                    <a:pt x="200659" y="236249"/>
                  </a:lnTo>
                  <a:lnTo>
                    <a:pt x="193616" y="240955"/>
                  </a:lnTo>
                  <a:lnTo>
                    <a:pt x="186182" y="244928"/>
                  </a:lnTo>
                  <a:lnTo>
                    <a:pt x="178357" y="248169"/>
                  </a:lnTo>
                  <a:lnTo>
                    <a:pt x="170532" y="251410"/>
                  </a:lnTo>
                  <a:lnTo>
                    <a:pt x="162466" y="253857"/>
                  </a:lnTo>
                  <a:lnTo>
                    <a:pt x="154159" y="255509"/>
                  </a:lnTo>
                  <a:lnTo>
                    <a:pt x="145852" y="257161"/>
                  </a:lnTo>
                  <a:lnTo>
                    <a:pt x="137463" y="257987"/>
                  </a:lnTo>
                  <a:lnTo>
                    <a:pt x="128993" y="257987"/>
                  </a:lnTo>
                  <a:lnTo>
                    <a:pt x="120524" y="257987"/>
                  </a:lnTo>
                  <a:lnTo>
                    <a:pt x="79630" y="248169"/>
                  </a:lnTo>
                  <a:lnTo>
                    <a:pt x="71804" y="244928"/>
                  </a:lnTo>
                  <a:lnTo>
                    <a:pt x="64371" y="240955"/>
                  </a:lnTo>
                  <a:lnTo>
                    <a:pt x="57328" y="236249"/>
                  </a:lnTo>
                  <a:lnTo>
                    <a:pt x="50286" y="231544"/>
                  </a:lnTo>
                  <a:lnTo>
                    <a:pt x="43770" y="226196"/>
                  </a:lnTo>
                  <a:lnTo>
                    <a:pt x="37781" y="220207"/>
                  </a:lnTo>
                  <a:lnTo>
                    <a:pt x="31792" y="214218"/>
                  </a:lnTo>
                  <a:lnTo>
                    <a:pt x="26444" y="207702"/>
                  </a:lnTo>
                  <a:lnTo>
                    <a:pt x="21739" y="200660"/>
                  </a:lnTo>
                  <a:lnTo>
                    <a:pt x="17033" y="193618"/>
                  </a:lnTo>
                  <a:lnTo>
                    <a:pt x="13060" y="186183"/>
                  </a:lnTo>
                  <a:lnTo>
                    <a:pt x="9819" y="178358"/>
                  </a:lnTo>
                  <a:lnTo>
                    <a:pt x="6577" y="170534"/>
                  </a:lnTo>
                  <a:lnTo>
                    <a:pt x="4130" y="162467"/>
                  </a:lnTo>
                  <a:lnTo>
                    <a:pt x="2478" y="154160"/>
                  </a:lnTo>
                  <a:lnTo>
                    <a:pt x="826" y="145853"/>
                  </a:lnTo>
                  <a:lnTo>
                    <a:pt x="0" y="137464"/>
                  </a:lnTo>
                  <a:lnTo>
                    <a:pt x="0" y="128993"/>
                  </a:lnTo>
                  <a:lnTo>
                    <a:pt x="0" y="120524"/>
                  </a:lnTo>
                  <a:lnTo>
                    <a:pt x="826" y="112135"/>
                  </a:lnTo>
                  <a:lnTo>
                    <a:pt x="2478" y="103829"/>
                  </a:lnTo>
                  <a:lnTo>
                    <a:pt x="4130" y="95522"/>
                  </a:lnTo>
                  <a:lnTo>
                    <a:pt x="6577" y="87455"/>
                  </a:lnTo>
                  <a:lnTo>
                    <a:pt x="9819" y="79631"/>
                  </a:lnTo>
                  <a:lnTo>
                    <a:pt x="13060" y="71806"/>
                  </a:lnTo>
                  <a:lnTo>
                    <a:pt x="17033" y="64372"/>
                  </a:lnTo>
                  <a:lnTo>
                    <a:pt x="21739" y="57329"/>
                  </a:lnTo>
                  <a:lnTo>
                    <a:pt x="26444" y="50286"/>
                  </a:lnTo>
                  <a:lnTo>
                    <a:pt x="57328" y="21740"/>
                  </a:lnTo>
                  <a:lnTo>
                    <a:pt x="64371" y="17035"/>
                  </a:lnTo>
                  <a:lnTo>
                    <a:pt x="103828" y="2479"/>
                  </a:lnTo>
                  <a:lnTo>
                    <a:pt x="128993" y="0"/>
                  </a:lnTo>
                  <a:lnTo>
                    <a:pt x="137463" y="0"/>
                  </a:lnTo>
                  <a:lnTo>
                    <a:pt x="178357" y="9819"/>
                  </a:lnTo>
                  <a:lnTo>
                    <a:pt x="200659" y="21740"/>
                  </a:lnTo>
                  <a:lnTo>
                    <a:pt x="207701" y="26445"/>
                  </a:lnTo>
                  <a:lnTo>
                    <a:pt x="236248" y="57329"/>
                  </a:lnTo>
                  <a:lnTo>
                    <a:pt x="240954" y="64372"/>
                  </a:lnTo>
                  <a:lnTo>
                    <a:pt x="255509" y="103829"/>
                  </a:lnTo>
                  <a:lnTo>
                    <a:pt x="257161" y="112135"/>
                  </a:lnTo>
                  <a:lnTo>
                    <a:pt x="257987" y="120524"/>
                  </a:lnTo>
                  <a:lnTo>
                    <a:pt x="257987" y="128993"/>
                  </a:lnTo>
                  <a:close/>
                </a:path>
              </a:pathLst>
            </a:custGeom>
            <a:ln w="2063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370553" y="7280415"/>
              <a:ext cx="176102" cy="20638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709806" y="7288354"/>
            <a:ext cx="30099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latin typeface="Arial"/>
                <a:cs typeface="Arial"/>
              </a:rPr>
              <a:t>2026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42118" y="7288354"/>
            <a:ext cx="88646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Arial"/>
                <a:cs typeface="Arial"/>
              </a:rPr>
              <a:t>Health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Link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001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276" y="7267716"/>
            <a:ext cx="103695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Arial"/>
                <a:cs typeface="Arial"/>
              </a:rPr>
              <a:t>WF-03</a:t>
            </a:r>
            <a:r>
              <a:rPr sz="950" spc="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/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My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profile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32283" y="1558246"/>
            <a:ext cx="5005070" cy="619760"/>
          </a:xfrm>
          <a:prstGeom prst="rect">
            <a:avLst/>
          </a:prstGeom>
          <a:ln w="1031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950">
              <a:latin typeface="Times New Roman"/>
              <a:cs typeface="Times New Roman"/>
            </a:endParaRPr>
          </a:p>
          <a:p>
            <a:pPr marR="2540" algn="ctr">
              <a:lnSpc>
                <a:spcPct val="100000"/>
              </a:lnSpc>
              <a:spcBef>
                <a:spcPts val="5"/>
              </a:spcBef>
            </a:pPr>
            <a:r>
              <a:rPr sz="950" dirty="0">
                <a:latin typeface="Arial"/>
                <a:cs typeface="Arial"/>
              </a:rPr>
              <a:t>Success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your</a:t>
            </a:r>
            <a:r>
              <a:rPr sz="950" spc="6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email</a:t>
            </a:r>
            <a:r>
              <a:rPr sz="950" spc="6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have</a:t>
            </a:r>
            <a:r>
              <a:rPr sz="950" spc="6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been</a:t>
            </a:r>
            <a:r>
              <a:rPr sz="950" spc="6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updated</a:t>
            </a:r>
            <a:endParaRPr sz="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32283" y="4746976"/>
            <a:ext cx="2064385" cy="619760"/>
          </a:xfrm>
          <a:prstGeom prst="rect">
            <a:avLst/>
          </a:prstGeom>
          <a:ln w="1031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950">
              <a:latin typeface="Times New Roman"/>
              <a:cs typeface="Times New Roman"/>
            </a:endParaRPr>
          </a:p>
          <a:p>
            <a:pPr marL="620395">
              <a:lnSpc>
                <a:spcPct val="100000"/>
              </a:lnSpc>
              <a:spcBef>
                <a:spcPts val="5"/>
              </a:spcBef>
            </a:pPr>
            <a:r>
              <a:rPr sz="950" dirty="0">
                <a:latin typeface="Arial"/>
                <a:cs typeface="Arial"/>
              </a:rPr>
              <a:t>Phone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number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73344" y="4746976"/>
            <a:ext cx="2064385" cy="619760"/>
          </a:xfrm>
          <a:prstGeom prst="rect">
            <a:avLst/>
          </a:prstGeom>
          <a:ln w="1031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950">
              <a:latin typeface="Times New Roman"/>
              <a:cs typeface="Times New Roman"/>
            </a:endParaRPr>
          </a:p>
          <a:p>
            <a:pPr marR="2540" algn="ctr">
              <a:lnSpc>
                <a:spcPct val="100000"/>
              </a:lnSpc>
              <a:spcBef>
                <a:spcPts val="5"/>
              </a:spcBef>
            </a:pPr>
            <a:r>
              <a:rPr sz="950" spc="-10" dirty="0">
                <a:latin typeface="Arial"/>
                <a:cs typeface="Arial"/>
              </a:rPr>
              <a:t>Postcode</a:t>
            </a:r>
            <a:endParaRPr sz="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32283" y="2590197"/>
            <a:ext cx="2167255" cy="619760"/>
          </a:xfrm>
          <a:prstGeom prst="rect">
            <a:avLst/>
          </a:prstGeom>
          <a:ln w="1031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950">
              <a:latin typeface="Times New Roman"/>
              <a:cs typeface="Times New Roman"/>
            </a:endParaRPr>
          </a:p>
          <a:p>
            <a:pPr marR="2540" algn="ctr">
              <a:lnSpc>
                <a:spcPct val="100000"/>
              </a:lnSpc>
              <a:spcBef>
                <a:spcPts val="5"/>
              </a:spcBef>
            </a:pPr>
            <a:r>
              <a:rPr sz="950" dirty="0">
                <a:latin typeface="Arial"/>
                <a:cs typeface="Arial"/>
              </a:rPr>
              <a:t>First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spc="-20" dirty="0">
                <a:latin typeface="Arial"/>
                <a:cs typeface="Arial"/>
              </a:rPr>
              <a:t>name</a:t>
            </a:r>
            <a:endParaRPr sz="9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43120" y="2590197"/>
            <a:ext cx="2477135" cy="619760"/>
          </a:xfrm>
          <a:prstGeom prst="rect">
            <a:avLst/>
          </a:prstGeom>
          <a:ln w="1031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950">
              <a:latin typeface="Times New Roman"/>
              <a:cs typeface="Times New Roman"/>
            </a:endParaRPr>
          </a:p>
          <a:p>
            <a:pPr marR="2540" algn="ctr">
              <a:lnSpc>
                <a:spcPct val="100000"/>
              </a:lnSpc>
              <a:spcBef>
                <a:spcPts val="5"/>
              </a:spcBef>
            </a:pPr>
            <a:r>
              <a:rPr sz="950" dirty="0">
                <a:latin typeface="Arial"/>
                <a:cs typeface="Arial"/>
              </a:rPr>
              <a:t>Last</a:t>
            </a:r>
            <a:r>
              <a:rPr sz="950" spc="55" dirty="0">
                <a:latin typeface="Arial"/>
                <a:cs typeface="Arial"/>
              </a:rPr>
              <a:t> </a:t>
            </a:r>
            <a:r>
              <a:rPr sz="950" spc="-20" dirty="0">
                <a:latin typeface="Arial"/>
                <a:cs typeface="Arial"/>
              </a:rPr>
              <a:t>name</a:t>
            </a:r>
            <a:endParaRPr sz="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32283" y="3725344"/>
            <a:ext cx="5005070" cy="619760"/>
          </a:xfrm>
          <a:prstGeom prst="rect">
            <a:avLst/>
          </a:prstGeom>
          <a:ln w="1031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950">
              <a:latin typeface="Times New Roman"/>
              <a:cs typeface="Times New Roman"/>
            </a:endParaRPr>
          </a:p>
          <a:p>
            <a:pPr marR="2540" algn="ctr">
              <a:lnSpc>
                <a:spcPct val="100000"/>
              </a:lnSpc>
              <a:spcBef>
                <a:spcPts val="5"/>
              </a:spcBef>
            </a:pPr>
            <a:r>
              <a:rPr sz="950" dirty="0">
                <a:latin typeface="Arial"/>
                <a:cs typeface="Arial"/>
              </a:rPr>
              <a:t>Email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address</a:t>
            </a:r>
            <a:endParaRPr sz="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48776" y="6604489"/>
            <a:ext cx="1785620" cy="413384"/>
          </a:xfrm>
          <a:prstGeom prst="rect">
            <a:avLst/>
          </a:prstGeom>
          <a:ln w="10319">
            <a:solidFill>
              <a:srgbClr val="000000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960"/>
              </a:spcBef>
            </a:pPr>
            <a:r>
              <a:rPr sz="950" spc="-10" dirty="0">
                <a:latin typeface="Arial"/>
                <a:cs typeface="Arial"/>
              </a:rPr>
              <a:t>Cancel</a:t>
            </a:r>
            <a:endParaRPr sz="9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22579" y="6604489"/>
            <a:ext cx="1574165" cy="413384"/>
          </a:xfrm>
          <a:prstGeom prst="rect">
            <a:avLst/>
          </a:prstGeom>
          <a:solidFill>
            <a:srgbClr val="B0DDF0"/>
          </a:solidFill>
        </p:spPr>
        <p:txBody>
          <a:bodyPr vert="horz" wrap="square" lIns="0" tIns="121920" rIns="0" bIns="0" rtlCol="0">
            <a:spAutoFit/>
          </a:bodyPr>
          <a:lstStyle/>
          <a:p>
            <a:pPr marL="394335">
              <a:lnSpc>
                <a:spcPct val="100000"/>
              </a:lnSpc>
              <a:spcBef>
                <a:spcPts val="960"/>
              </a:spcBef>
            </a:pPr>
            <a:r>
              <a:rPr sz="950" dirty="0">
                <a:latin typeface="Arial"/>
                <a:cs typeface="Arial"/>
              </a:rPr>
              <a:t>Save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changes</a:t>
            </a:r>
            <a:endParaRPr sz="9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32283" y="5768608"/>
            <a:ext cx="4902200" cy="619760"/>
          </a:xfrm>
          <a:prstGeom prst="rect">
            <a:avLst/>
          </a:prstGeom>
          <a:ln w="1031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950">
              <a:latin typeface="Times New Roman"/>
              <a:cs typeface="Times New Roman"/>
            </a:endParaRPr>
          </a:p>
          <a:p>
            <a:pPr marL="747395">
              <a:lnSpc>
                <a:spcPct val="100000"/>
              </a:lnSpc>
              <a:spcBef>
                <a:spcPts val="5"/>
              </a:spcBef>
            </a:pPr>
            <a:r>
              <a:rPr sz="950" spc="-10" dirty="0">
                <a:latin typeface="Arial"/>
                <a:cs typeface="Arial"/>
              </a:rPr>
              <a:t>Address</a:t>
            </a:r>
            <a:endParaRPr sz="9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6782" y="1558246"/>
            <a:ext cx="1785620" cy="5366385"/>
          </a:xfrm>
          <a:prstGeom prst="rect">
            <a:avLst/>
          </a:prstGeom>
          <a:ln w="1031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950">
              <a:latin typeface="Times New Roman"/>
              <a:cs typeface="Times New Roman"/>
            </a:endParaRPr>
          </a:p>
          <a:p>
            <a:pPr marL="334645">
              <a:lnSpc>
                <a:spcPct val="100000"/>
              </a:lnSpc>
              <a:spcBef>
                <a:spcPts val="5"/>
              </a:spcBef>
            </a:pPr>
            <a:r>
              <a:rPr sz="950" spc="-10" dirty="0">
                <a:latin typeface="Arial"/>
                <a:cs typeface="Arial"/>
              </a:rPr>
              <a:t>Profile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95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950" spc="-10" dirty="0">
                <a:latin typeface="Arial"/>
                <a:cs typeface="Arial"/>
              </a:rPr>
              <a:t>Security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950">
              <a:latin typeface="Arial"/>
              <a:cs typeface="Arial"/>
            </a:endParaRPr>
          </a:p>
          <a:p>
            <a:pPr marL="283210">
              <a:lnSpc>
                <a:spcPct val="100000"/>
              </a:lnSpc>
            </a:pPr>
            <a:r>
              <a:rPr sz="950" dirty="0">
                <a:latin typeface="Arial"/>
                <a:cs typeface="Arial"/>
              </a:rPr>
              <a:t>Sign</a:t>
            </a:r>
            <a:r>
              <a:rPr sz="950" spc="40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out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27" y="8954"/>
            <a:ext cx="10654665" cy="7520940"/>
          </a:xfrm>
          <a:custGeom>
            <a:avLst/>
            <a:rect l="l" t="t" r="r" b="b"/>
            <a:pathLst>
              <a:path w="10654665" h="7520940">
                <a:moveTo>
                  <a:pt x="0" y="0"/>
                </a:moveTo>
                <a:lnTo>
                  <a:pt x="10654199" y="0"/>
                </a:lnTo>
                <a:lnTo>
                  <a:pt x="10654199" y="7520611"/>
                </a:lnTo>
                <a:lnTo>
                  <a:pt x="0" y="7520611"/>
                </a:lnTo>
                <a:lnTo>
                  <a:pt x="0" y="0"/>
                </a:lnTo>
                <a:close/>
              </a:path>
              <a:path w="10654665" h="7520940">
                <a:moveTo>
                  <a:pt x="0" y="7229635"/>
                </a:moveTo>
                <a:lnTo>
                  <a:pt x="10654199" y="7229635"/>
                </a:lnTo>
                <a:lnTo>
                  <a:pt x="10654199" y="7498228"/>
                </a:lnTo>
                <a:lnTo>
                  <a:pt x="0" y="7498228"/>
                </a:lnTo>
                <a:lnTo>
                  <a:pt x="0" y="7229635"/>
                </a:lnTo>
                <a:close/>
              </a:path>
            </a:pathLst>
          </a:custGeom>
          <a:ln w="8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4727" y="412573"/>
            <a:ext cx="77216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dirty="0">
                <a:latin typeface="Arial"/>
                <a:cs typeface="Arial"/>
              </a:rPr>
              <a:t>Health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Link</a:t>
            </a:r>
            <a:r>
              <a:rPr sz="850" spc="-25" dirty="0">
                <a:latin typeface="Arial"/>
                <a:cs typeface="Arial"/>
              </a:rPr>
              <a:t> 001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3063" y="412573"/>
            <a:ext cx="31242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20" dirty="0">
                <a:latin typeface="Arial"/>
                <a:cs typeface="Arial"/>
              </a:rPr>
              <a:t>Home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6514" y="412573"/>
            <a:ext cx="467359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dirty="0">
                <a:latin typeface="Arial"/>
                <a:cs typeface="Arial"/>
              </a:rPr>
              <a:t>About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spc="-25" dirty="0">
                <a:latin typeface="Arial"/>
                <a:cs typeface="Arial"/>
              </a:rPr>
              <a:t>Us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88636" y="412573"/>
            <a:ext cx="50927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10" dirty="0">
                <a:latin typeface="Arial"/>
                <a:cs typeface="Arial"/>
              </a:rPr>
              <a:t>Pharmacy</a:t>
            </a:r>
            <a:endParaRPr sz="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0383" y="412573"/>
            <a:ext cx="59309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spc="-10" dirty="0">
                <a:latin typeface="Arial"/>
                <a:cs typeface="Arial"/>
              </a:rPr>
              <a:t>Contact</a:t>
            </a:r>
            <a:r>
              <a:rPr sz="850" b="1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Us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6084" y="412573"/>
            <a:ext cx="58102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10" dirty="0">
                <a:latin typeface="Arial"/>
                <a:cs typeface="Arial"/>
              </a:rPr>
              <a:t>My</a:t>
            </a:r>
            <a:r>
              <a:rPr sz="850" spc="-4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Account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04011" y="1754809"/>
            <a:ext cx="1880235" cy="514858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50">
              <a:latin typeface="Times New Roman"/>
              <a:cs typeface="Times New Roman"/>
            </a:endParaRPr>
          </a:p>
          <a:p>
            <a:pPr marL="308610">
              <a:lnSpc>
                <a:spcPct val="100000"/>
              </a:lnSpc>
            </a:pPr>
            <a:r>
              <a:rPr sz="850" b="1" spc="-10" dirty="0">
                <a:latin typeface="Arial"/>
                <a:cs typeface="Arial"/>
              </a:rPr>
              <a:t>Annotations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850">
              <a:latin typeface="Arial"/>
              <a:cs typeface="Arial"/>
            </a:endParaRPr>
          </a:p>
          <a:p>
            <a:pPr marL="284480" marR="196215" indent="88900" algn="ctr">
              <a:lnSpc>
                <a:spcPts val="990"/>
              </a:lnSpc>
              <a:buAutoNum type="arabicPlain"/>
              <a:tabLst>
                <a:tab pos="373380" algn="l"/>
              </a:tabLst>
            </a:pPr>
            <a:r>
              <a:rPr sz="850" dirty="0">
                <a:latin typeface="Arial"/>
                <a:cs typeface="Arial"/>
              </a:rPr>
              <a:t>Contact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details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comes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spc="-20" dirty="0">
                <a:latin typeface="Arial"/>
                <a:cs typeface="Arial"/>
              </a:rPr>
              <a:t>from </a:t>
            </a:r>
            <a:r>
              <a:rPr sz="850" dirty="0">
                <a:latin typeface="Arial"/>
                <a:cs typeface="Arial"/>
              </a:rPr>
              <a:t>hospital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representatives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AutoNum type="arabicPlain"/>
            </a:pPr>
            <a:endParaRPr sz="850">
              <a:latin typeface="Arial"/>
              <a:cs typeface="Arial"/>
            </a:endParaRPr>
          </a:p>
          <a:p>
            <a:pPr marL="168910" indent="-88900" algn="ctr">
              <a:lnSpc>
                <a:spcPct val="100000"/>
              </a:lnSpc>
              <a:buAutoNum type="arabicPlain"/>
              <a:tabLst>
                <a:tab pos="168910" algn="l"/>
              </a:tabLst>
            </a:pPr>
            <a:r>
              <a:rPr sz="850" dirty="0">
                <a:latin typeface="Arial"/>
                <a:cs typeface="Arial"/>
              </a:rPr>
              <a:t>Map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holder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shows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hospital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location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"/>
              <a:buAutoNum type="arabicPlain"/>
            </a:pPr>
            <a:endParaRPr sz="850">
              <a:latin typeface="Arial"/>
              <a:cs typeface="Arial"/>
            </a:endParaRPr>
          </a:p>
          <a:p>
            <a:pPr marL="120014" marR="31750" indent="88900" algn="ctr">
              <a:lnSpc>
                <a:spcPts val="990"/>
              </a:lnSpc>
              <a:buAutoNum type="arabicPlain"/>
              <a:tabLst>
                <a:tab pos="208915" algn="l"/>
              </a:tabLst>
            </a:pPr>
            <a:r>
              <a:rPr sz="850" dirty="0">
                <a:latin typeface="Arial"/>
                <a:cs typeface="Arial"/>
              </a:rPr>
              <a:t>Enquiry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type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routes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the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message </a:t>
            </a:r>
            <a:r>
              <a:rPr sz="850" dirty="0">
                <a:latin typeface="Arial"/>
                <a:cs typeface="Arial"/>
              </a:rPr>
              <a:t>to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the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right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hospital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contact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channel.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AutoNum type="arabicPlain"/>
            </a:pPr>
            <a:endParaRPr sz="850">
              <a:latin typeface="Arial"/>
              <a:cs typeface="Arial"/>
            </a:endParaRPr>
          </a:p>
          <a:p>
            <a:pPr marL="155575" marR="67945" indent="88900" algn="ctr">
              <a:lnSpc>
                <a:spcPts val="990"/>
              </a:lnSpc>
              <a:buAutoNum type="arabicPlain"/>
              <a:tabLst>
                <a:tab pos="244475" algn="l"/>
              </a:tabLst>
            </a:pPr>
            <a:r>
              <a:rPr sz="850" dirty="0">
                <a:latin typeface="Arial"/>
                <a:cs typeface="Arial"/>
              </a:rPr>
              <a:t>Call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back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option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reveals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phone field.</a:t>
            </a:r>
            <a:r>
              <a:rPr sz="850" spc="-5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</a:t>
            </a:r>
            <a:r>
              <a:rPr sz="850" spc="-6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representative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contact</a:t>
            </a:r>
            <a:r>
              <a:rPr sz="850" spc="-15" dirty="0">
                <a:latin typeface="Arial"/>
                <a:cs typeface="Arial"/>
              </a:rPr>
              <a:t> </a:t>
            </a:r>
            <a:r>
              <a:rPr sz="850" spc="-25" dirty="0">
                <a:latin typeface="Arial"/>
                <a:cs typeface="Arial"/>
              </a:rPr>
              <a:t>the </a:t>
            </a:r>
            <a:r>
              <a:rPr sz="850" spc="-20" dirty="0">
                <a:latin typeface="Arial"/>
                <a:cs typeface="Arial"/>
              </a:rPr>
              <a:t>user</a:t>
            </a:r>
            <a:endParaRPr sz="850">
              <a:latin typeface="Arial"/>
              <a:cs typeface="Arial"/>
            </a:endParaRPr>
          </a:p>
          <a:p>
            <a:pPr marL="132080" marR="43815" indent="88900" algn="ctr">
              <a:lnSpc>
                <a:spcPct val="103699"/>
              </a:lnSpc>
              <a:spcBef>
                <a:spcPts val="950"/>
              </a:spcBef>
              <a:buAutoNum type="arabicPlain"/>
              <a:tabLst>
                <a:tab pos="220979" algn="l"/>
              </a:tabLst>
            </a:pPr>
            <a:r>
              <a:rPr sz="850" dirty="0">
                <a:latin typeface="Arial"/>
                <a:cs typeface="Arial"/>
              </a:rPr>
              <a:t>On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submit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on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screen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confirmation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email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to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the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address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supplied.</a:t>
            </a:r>
            <a:endParaRPr sz="850">
              <a:latin typeface="Arial"/>
              <a:cs typeface="Arial"/>
            </a:endParaRPr>
          </a:p>
          <a:p>
            <a:pPr marL="80010" algn="ctr">
              <a:lnSpc>
                <a:spcPts val="985"/>
              </a:lnSpc>
            </a:pPr>
            <a:r>
              <a:rPr sz="850" dirty="0">
                <a:latin typeface="Arial"/>
                <a:cs typeface="Arial"/>
              </a:rPr>
              <a:t>Replies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are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sent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by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email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41410" y="7256495"/>
            <a:ext cx="1889125" cy="268605"/>
            <a:chOff x="8241410" y="7256495"/>
            <a:chExt cx="1889125" cy="268605"/>
          </a:xfrm>
        </p:grpSpPr>
        <p:sp>
          <p:nvSpPr>
            <p:cNvPr id="11" name="object 11"/>
            <p:cNvSpPr/>
            <p:nvPr/>
          </p:nvSpPr>
          <p:spPr>
            <a:xfrm>
              <a:off x="8241410" y="7256495"/>
              <a:ext cx="268605" cy="268605"/>
            </a:xfrm>
            <a:custGeom>
              <a:avLst/>
              <a:rect l="l" t="t" r="r" b="b"/>
              <a:pathLst>
                <a:path w="268604" h="268604">
                  <a:moveTo>
                    <a:pt x="134296" y="268593"/>
                  </a:moveTo>
                  <a:lnTo>
                    <a:pt x="95311" y="262811"/>
                  </a:lnTo>
                  <a:lnTo>
                    <a:pt x="59685" y="245960"/>
                  </a:lnTo>
                  <a:lnTo>
                    <a:pt x="30482" y="219494"/>
                  </a:lnTo>
                  <a:lnTo>
                    <a:pt x="10222" y="185689"/>
                  </a:lnTo>
                  <a:lnTo>
                    <a:pt x="645" y="147460"/>
                  </a:lnTo>
                  <a:lnTo>
                    <a:pt x="0" y="134296"/>
                  </a:lnTo>
                  <a:lnTo>
                    <a:pt x="161" y="127698"/>
                  </a:lnTo>
                  <a:lnTo>
                    <a:pt x="7846" y="89060"/>
                  </a:lnTo>
                  <a:lnTo>
                    <a:pt x="26432" y="54289"/>
                  </a:lnTo>
                  <a:lnTo>
                    <a:pt x="54289" y="26432"/>
                  </a:lnTo>
                  <a:lnTo>
                    <a:pt x="89060" y="7846"/>
                  </a:lnTo>
                  <a:lnTo>
                    <a:pt x="127698" y="161"/>
                  </a:lnTo>
                  <a:lnTo>
                    <a:pt x="134296" y="0"/>
                  </a:lnTo>
                  <a:lnTo>
                    <a:pt x="140894" y="161"/>
                  </a:lnTo>
                  <a:lnTo>
                    <a:pt x="179532" y="7846"/>
                  </a:lnTo>
                  <a:lnTo>
                    <a:pt x="214303" y="26432"/>
                  </a:lnTo>
                  <a:lnTo>
                    <a:pt x="242160" y="54289"/>
                  </a:lnTo>
                  <a:lnTo>
                    <a:pt x="260746" y="89060"/>
                  </a:lnTo>
                  <a:lnTo>
                    <a:pt x="268431" y="127698"/>
                  </a:lnTo>
                  <a:lnTo>
                    <a:pt x="268593" y="134296"/>
                  </a:lnTo>
                  <a:lnTo>
                    <a:pt x="268431" y="140894"/>
                  </a:lnTo>
                  <a:lnTo>
                    <a:pt x="260746" y="179532"/>
                  </a:lnTo>
                  <a:lnTo>
                    <a:pt x="242160" y="214303"/>
                  </a:lnTo>
                  <a:lnTo>
                    <a:pt x="214303" y="242160"/>
                  </a:lnTo>
                  <a:lnTo>
                    <a:pt x="179532" y="260746"/>
                  </a:lnTo>
                  <a:lnTo>
                    <a:pt x="140894" y="268431"/>
                  </a:lnTo>
                  <a:lnTo>
                    <a:pt x="134296" y="268593"/>
                  </a:lnTo>
                  <a:close/>
                </a:path>
              </a:pathLst>
            </a:custGeom>
            <a:solidFill>
              <a:srgbClr val="3B589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331931" y="7308594"/>
              <a:ext cx="80791" cy="17524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756214" y="7256495"/>
              <a:ext cx="268605" cy="268605"/>
            </a:xfrm>
            <a:custGeom>
              <a:avLst/>
              <a:rect l="l" t="t" r="r" b="b"/>
              <a:pathLst>
                <a:path w="268604" h="268604">
                  <a:moveTo>
                    <a:pt x="134296" y="268593"/>
                  </a:moveTo>
                  <a:lnTo>
                    <a:pt x="95311" y="262811"/>
                  </a:lnTo>
                  <a:lnTo>
                    <a:pt x="59685" y="245960"/>
                  </a:lnTo>
                  <a:lnTo>
                    <a:pt x="30482" y="219494"/>
                  </a:lnTo>
                  <a:lnTo>
                    <a:pt x="10222" y="185689"/>
                  </a:lnTo>
                  <a:lnTo>
                    <a:pt x="645" y="147460"/>
                  </a:lnTo>
                  <a:lnTo>
                    <a:pt x="0" y="134296"/>
                  </a:lnTo>
                  <a:lnTo>
                    <a:pt x="161" y="127698"/>
                  </a:lnTo>
                  <a:lnTo>
                    <a:pt x="7846" y="89060"/>
                  </a:lnTo>
                  <a:lnTo>
                    <a:pt x="26432" y="54289"/>
                  </a:lnTo>
                  <a:lnTo>
                    <a:pt x="54289" y="26432"/>
                  </a:lnTo>
                  <a:lnTo>
                    <a:pt x="89060" y="7846"/>
                  </a:lnTo>
                  <a:lnTo>
                    <a:pt x="127698" y="161"/>
                  </a:lnTo>
                  <a:lnTo>
                    <a:pt x="134296" y="0"/>
                  </a:lnTo>
                  <a:lnTo>
                    <a:pt x="140894" y="161"/>
                  </a:lnTo>
                  <a:lnTo>
                    <a:pt x="179532" y="7846"/>
                  </a:lnTo>
                  <a:lnTo>
                    <a:pt x="214303" y="26432"/>
                  </a:lnTo>
                  <a:lnTo>
                    <a:pt x="242160" y="54289"/>
                  </a:lnTo>
                  <a:lnTo>
                    <a:pt x="260746" y="89060"/>
                  </a:lnTo>
                  <a:lnTo>
                    <a:pt x="268431" y="127698"/>
                  </a:lnTo>
                  <a:lnTo>
                    <a:pt x="268593" y="134296"/>
                  </a:lnTo>
                  <a:lnTo>
                    <a:pt x="268431" y="140894"/>
                  </a:lnTo>
                  <a:lnTo>
                    <a:pt x="260746" y="179532"/>
                  </a:lnTo>
                  <a:lnTo>
                    <a:pt x="242160" y="214303"/>
                  </a:lnTo>
                  <a:lnTo>
                    <a:pt x="214303" y="242160"/>
                  </a:lnTo>
                  <a:lnTo>
                    <a:pt x="179532" y="260746"/>
                  </a:lnTo>
                  <a:lnTo>
                    <a:pt x="140894" y="268431"/>
                  </a:lnTo>
                  <a:lnTo>
                    <a:pt x="134296" y="268593"/>
                  </a:lnTo>
                  <a:close/>
                </a:path>
              </a:pathLst>
            </a:custGeom>
            <a:solidFill>
              <a:srgbClr val="54AB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804561" y="7320922"/>
              <a:ext cx="171899" cy="1397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888783" y="7269924"/>
              <a:ext cx="241733" cy="24173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213083" y="7306467"/>
            <a:ext cx="26479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20" dirty="0">
                <a:latin typeface="Arial"/>
                <a:cs typeface="Arial"/>
              </a:rPr>
              <a:t>2026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13250" y="7306467"/>
            <a:ext cx="77216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dirty="0">
                <a:latin typeface="Arial"/>
                <a:cs typeface="Arial"/>
              </a:rPr>
              <a:t>Health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Link</a:t>
            </a:r>
            <a:r>
              <a:rPr sz="850" spc="-25" dirty="0">
                <a:latin typeface="Arial"/>
                <a:cs typeface="Arial"/>
              </a:rPr>
              <a:t> 001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7131" y="7288560"/>
            <a:ext cx="93916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10" dirty="0">
                <a:latin typeface="Arial"/>
                <a:cs typeface="Arial"/>
              </a:rPr>
              <a:t>WF-</a:t>
            </a:r>
            <a:r>
              <a:rPr sz="850" dirty="0">
                <a:latin typeface="Arial"/>
                <a:cs typeface="Arial"/>
              </a:rPr>
              <a:t>04/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Contact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25" dirty="0">
                <a:latin typeface="Arial"/>
                <a:cs typeface="Arial"/>
              </a:rPr>
              <a:t>Us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03629" y="1754810"/>
            <a:ext cx="4342765" cy="53721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85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850" dirty="0">
                <a:latin typeface="Arial"/>
                <a:cs typeface="Arial"/>
              </a:rPr>
              <a:t>Full</a:t>
            </a:r>
            <a:r>
              <a:rPr sz="850" spc="-20" dirty="0">
                <a:latin typeface="Arial"/>
                <a:cs typeface="Arial"/>
              </a:rPr>
              <a:t> name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84207" y="4306446"/>
            <a:ext cx="4342765" cy="940435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85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</a:pPr>
            <a:r>
              <a:rPr sz="850" spc="-10" dirty="0">
                <a:latin typeface="Arial"/>
                <a:cs typeface="Arial"/>
              </a:rPr>
              <a:t>Message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8973" y="6723785"/>
            <a:ext cx="1365885" cy="358140"/>
          </a:xfrm>
          <a:prstGeom prst="rect">
            <a:avLst/>
          </a:prstGeom>
          <a:solidFill>
            <a:srgbClr val="B0DDF0"/>
          </a:solidFill>
        </p:spPr>
        <p:txBody>
          <a:bodyPr vert="horz" wrap="square" lIns="0" tIns="1022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sz="850" spc="-10" dirty="0">
                <a:latin typeface="Arial"/>
                <a:cs typeface="Arial"/>
              </a:rPr>
              <a:t>Submit</a:t>
            </a:r>
            <a:endParaRPr sz="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28973" y="5989630"/>
            <a:ext cx="4253230" cy="53721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850">
              <a:latin typeface="Times New Roman"/>
              <a:cs typeface="Times New Roman"/>
            </a:endParaRPr>
          </a:p>
          <a:p>
            <a:pPr marL="830580">
              <a:lnSpc>
                <a:spcPct val="100000"/>
              </a:lnSpc>
              <a:spcBef>
                <a:spcPts val="5"/>
              </a:spcBef>
            </a:pPr>
            <a:r>
              <a:rPr sz="850" dirty="0">
                <a:latin typeface="Arial"/>
                <a:cs typeface="Arial"/>
              </a:rPr>
              <a:t>Phone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number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(shown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if</a:t>
            </a:r>
            <a:r>
              <a:rPr sz="850" spc="-1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tick)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3327" y="3495903"/>
            <a:ext cx="8148320" cy="3411854"/>
            <a:chOff x="183327" y="3495903"/>
            <a:chExt cx="8148320" cy="3411854"/>
          </a:xfrm>
        </p:grpSpPr>
        <p:sp>
          <p:nvSpPr>
            <p:cNvPr id="24" name="object 24"/>
            <p:cNvSpPr/>
            <p:nvPr/>
          </p:nvSpPr>
          <p:spPr>
            <a:xfrm>
              <a:off x="188089" y="4306445"/>
              <a:ext cx="3491865" cy="2596515"/>
            </a:xfrm>
            <a:custGeom>
              <a:avLst/>
              <a:rect l="l" t="t" r="r" b="b"/>
              <a:pathLst>
                <a:path w="3491865" h="2596515">
                  <a:moveTo>
                    <a:pt x="0" y="0"/>
                  </a:moveTo>
                  <a:lnTo>
                    <a:pt x="3491712" y="2596401"/>
                  </a:lnTo>
                </a:path>
                <a:path w="3491865" h="2596515">
                  <a:moveTo>
                    <a:pt x="0" y="2596401"/>
                  </a:moveTo>
                  <a:lnTo>
                    <a:pt x="3491712" y="0"/>
                  </a:lnTo>
                </a:path>
              </a:pathLst>
            </a:custGeom>
            <a:ln w="8953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84207" y="3500666"/>
              <a:ext cx="4342765" cy="537210"/>
            </a:xfrm>
            <a:custGeom>
              <a:avLst/>
              <a:rect l="l" t="t" r="r" b="b"/>
              <a:pathLst>
                <a:path w="4342765" h="537210">
                  <a:moveTo>
                    <a:pt x="44765" y="0"/>
                  </a:moveTo>
                  <a:lnTo>
                    <a:pt x="4297492" y="0"/>
                  </a:lnTo>
                  <a:lnTo>
                    <a:pt x="4303428" y="1"/>
                  </a:lnTo>
                  <a:lnTo>
                    <a:pt x="4309138" y="1136"/>
                  </a:lnTo>
                  <a:lnTo>
                    <a:pt x="4314623" y="3408"/>
                  </a:lnTo>
                  <a:lnTo>
                    <a:pt x="4320107" y="5680"/>
                  </a:lnTo>
                  <a:lnTo>
                    <a:pt x="4338850" y="27636"/>
                  </a:lnTo>
                  <a:lnTo>
                    <a:pt x="4341121" y="33119"/>
                  </a:lnTo>
                  <a:lnTo>
                    <a:pt x="4342257" y="38829"/>
                  </a:lnTo>
                  <a:lnTo>
                    <a:pt x="4342257" y="44765"/>
                  </a:lnTo>
                  <a:lnTo>
                    <a:pt x="4342257" y="492420"/>
                  </a:lnTo>
                  <a:lnTo>
                    <a:pt x="4329146" y="524075"/>
                  </a:lnTo>
                  <a:lnTo>
                    <a:pt x="4324948" y="528273"/>
                  </a:lnTo>
                  <a:lnTo>
                    <a:pt x="4320107" y="531508"/>
                  </a:lnTo>
                  <a:lnTo>
                    <a:pt x="4314623" y="533779"/>
                  </a:lnTo>
                  <a:lnTo>
                    <a:pt x="4309138" y="536050"/>
                  </a:lnTo>
                  <a:lnTo>
                    <a:pt x="4303428" y="537186"/>
                  </a:lnTo>
                  <a:lnTo>
                    <a:pt x="4297492" y="537186"/>
                  </a:lnTo>
                  <a:lnTo>
                    <a:pt x="44765" y="537186"/>
                  </a:lnTo>
                  <a:lnTo>
                    <a:pt x="38829" y="537186"/>
                  </a:lnTo>
                  <a:lnTo>
                    <a:pt x="33119" y="536050"/>
                  </a:lnTo>
                  <a:lnTo>
                    <a:pt x="27635" y="533779"/>
                  </a:lnTo>
                  <a:lnTo>
                    <a:pt x="22150" y="531508"/>
                  </a:lnTo>
                  <a:lnTo>
                    <a:pt x="17309" y="528273"/>
                  </a:lnTo>
                  <a:lnTo>
                    <a:pt x="13111" y="524075"/>
                  </a:lnTo>
                  <a:lnTo>
                    <a:pt x="8914" y="519878"/>
                  </a:lnTo>
                  <a:lnTo>
                    <a:pt x="5679" y="515037"/>
                  </a:lnTo>
                  <a:lnTo>
                    <a:pt x="3408" y="509552"/>
                  </a:lnTo>
                  <a:lnTo>
                    <a:pt x="1136" y="504069"/>
                  </a:lnTo>
                  <a:lnTo>
                    <a:pt x="0" y="498358"/>
                  </a:lnTo>
                  <a:lnTo>
                    <a:pt x="0" y="492420"/>
                  </a:lnTo>
                  <a:lnTo>
                    <a:pt x="0" y="44765"/>
                  </a:lnTo>
                  <a:lnTo>
                    <a:pt x="0" y="38829"/>
                  </a:lnTo>
                  <a:lnTo>
                    <a:pt x="1136" y="33119"/>
                  </a:lnTo>
                  <a:lnTo>
                    <a:pt x="3408" y="27636"/>
                  </a:lnTo>
                  <a:lnTo>
                    <a:pt x="5679" y="22151"/>
                  </a:lnTo>
                  <a:lnTo>
                    <a:pt x="27635" y="3408"/>
                  </a:lnTo>
                  <a:lnTo>
                    <a:pt x="33119" y="1136"/>
                  </a:lnTo>
                  <a:lnTo>
                    <a:pt x="38829" y="1"/>
                  </a:lnTo>
                  <a:lnTo>
                    <a:pt x="44765" y="0"/>
                  </a:lnTo>
                  <a:close/>
                </a:path>
              </a:pathLst>
            </a:custGeom>
            <a:ln w="8953">
              <a:solidFill>
                <a:srgbClr val="4F4F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903629" y="2605355"/>
            <a:ext cx="4432300" cy="53721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85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850" dirty="0">
                <a:latin typeface="Arial"/>
                <a:cs typeface="Arial"/>
              </a:rPr>
              <a:t>Email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address</a:t>
            </a:r>
            <a:endParaRPr sz="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46093" y="3644645"/>
            <a:ext cx="921385" cy="2190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dirty="0">
                <a:solidFill>
                  <a:srgbClr val="777777"/>
                </a:solidFill>
                <a:latin typeface="Arial"/>
                <a:cs typeface="Arial"/>
              </a:rPr>
              <a:t>Enquiry</a:t>
            </a:r>
            <a:r>
              <a:rPr sz="1250" spc="4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777777"/>
                </a:solidFill>
                <a:latin typeface="Arial"/>
                <a:cs typeface="Arial"/>
              </a:rPr>
              <a:t>type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79731" y="3746876"/>
            <a:ext cx="4284345" cy="2041525"/>
            <a:chOff x="3979731" y="3746876"/>
            <a:chExt cx="4284345" cy="2041525"/>
          </a:xfrm>
        </p:grpSpPr>
        <p:sp>
          <p:nvSpPr>
            <p:cNvPr id="29" name="object 29"/>
            <p:cNvSpPr/>
            <p:nvPr/>
          </p:nvSpPr>
          <p:spPr>
            <a:xfrm>
              <a:off x="8174261" y="3746876"/>
              <a:ext cx="89535" cy="45085"/>
            </a:xfrm>
            <a:custGeom>
              <a:avLst/>
              <a:rect l="l" t="t" r="r" b="b"/>
              <a:pathLst>
                <a:path w="89534" h="45085">
                  <a:moveTo>
                    <a:pt x="0" y="0"/>
                  </a:moveTo>
                  <a:lnTo>
                    <a:pt x="89531" y="0"/>
                  </a:lnTo>
                  <a:lnTo>
                    <a:pt x="44765" y="44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984207" y="5559881"/>
              <a:ext cx="224154" cy="224154"/>
            </a:xfrm>
            <a:custGeom>
              <a:avLst/>
              <a:rect l="l" t="t" r="r" b="b"/>
              <a:pathLst>
                <a:path w="224154" h="224154">
                  <a:moveTo>
                    <a:pt x="0" y="0"/>
                  </a:moveTo>
                  <a:lnTo>
                    <a:pt x="223827" y="0"/>
                  </a:lnTo>
                  <a:lnTo>
                    <a:pt x="223827" y="223827"/>
                  </a:lnTo>
                  <a:lnTo>
                    <a:pt x="0" y="223827"/>
                  </a:lnTo>
                  <a:lnTo>
                    <a:pt x="0" y="0"/>
                  </a:lnTo>
                  <a:close/>
                </a:path>
              </a:pathLst>
            </a:custGeom>
            <a:ln w="8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3589182" y="1218353"/>
            <a:ext cx="102298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dirty="0">
                <a:latin typeface="Arial"/>
                <a:cs typeface="Arial"/>
              </a:rPr>
              <a:t>Send</a:t>
            </a:r>
            <a:r>
              <a:rPr sz="850" b="1" spc="-2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us</a:t>
            </a:r>
            <a:r>
              <a:rPr sz="850" b="1" spc="-2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a</a:t>
            </a:r>
            <a:r>
              <a:rPr sz="850" b="1" spc="-20" dirty="0">
                <a:latin typeface="Arial"/>
                <a:cs typeface="Arial"/>
              </a:rPr>
              <a:t> </a:t>
            </a:r>
            <a:r>
              <a:rPr sz="850" b="1" spc="-10" dirty="0">
                <a:latin typeface="Arial"/>
                <a:cs typeface="Arial"/>
              </a:rPr>
              <a:t>message</a:t>
            </a:r>
            <a:endParaRPr sz="8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07924" y="5605376"/>
            <a:ext cx="237236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dirty="0">
                <a:latin typeface="Arial"/>
                <a:cs typeface="Arial"/>
              </a:rPr>
              <a:t>Request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call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back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from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hospital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representatives</a:t>
            </a:r>
            <a:endParaRPr sz="8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6316" y="1030337"/>
            <a:ext cx="68707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dirty="0">
                <a:latin typeface="Arial"/>
                <a:cs typeface="Arial"/>
              </a:rPr>
              <a:t>Contact</a:t>
            </a:r>
            <a:r>
              <a:rPr sz="950" b="1" spc="150" dirty="0">
                <a:latin typeface="Arial"/>
                <a:cs typeface="Arial"/>
              </a:rPr>
              <a:t> </a:t>
            </a:r>
            <a:r>
              <a:rPr sz="950" b="1" spc="-25" dirty="0">
                <a:latin typeface="Arial"/>
                <a:cs typeface="Arial"/>
              </a:rPr>
              <a:t>Us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15069" y="2158429"/>
            <a:ext cx="107061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10" dirty="0">
                <a:latin typeface="Arial"/>
                <a:cs typeface="Arial"/>
              </a:rPr>
              <a:t>Telephone:</a:t>
            </a:r>
            <a:r>
              <a:rPr sz="850" spc="-5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0xxxxxxxx</a:t>
            </a:r>
            <a:endParaRPr sz="8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5966" y="2418069"/>
            <a:ext cx="178879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dirty="0">
                <a:latin typeface="Arial"/>
                <a:cs typeface="Arial"/>
              </a:rPr>
              <a:t>Email: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  <a:hlinkClick r:id="rId4"/>
              </a:rPr>
              <a:t>enquiries@healthlink.example</a:t>
            </a:r>
            <a:endParaRPr sz="8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1191" y="2677709"/>
            <a:ext cx="1958339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dirty="0">
                <a:latin typeface="Arial"/>
                <a:cs typeface="Arial"/>
              </a:rPr>
              <a:t>Address: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Hospital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address,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city,postcode</a:t>
            </a:r>
            <a:endParaRPr sz="8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41883" y="2928396"/>
            <a:ext cx="141732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dirty="0">
                <a:latin typeface="Arial"/>
                <a:cs typeface="Arial"/>
              </a:rPr>
              <a:t>Open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hours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:</a:t>
            </a:r>
            <a:r>
              <a:rPr sz="850" spc="-1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to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be</a:t>
            </a:r>
            <a:r>
              <a:rPr sz="850" spc="-1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confirmed</a:t>
            </a:r>
            <a:endParaRPr sz="8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8089" y="4306446"/>
            <a:ext cx="3491865" cy="2596515"/>
          </a:xfrm>
          <a:prstGeom prst="rect">
            <a:avLst/>
          </a:prstGeom>
          <a:ln w="8953">
            <a:solidFill>
              <a:srgbClr val="99999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850">
              <a:latin typeface="Times New Roman"/>
              <a:cs typeface="Times New Roman"/>
            </a:endParaRPr>
          </a:p>
          <a:p>
            <a:pPr marR="90805" algn="ctr">
              <a:lnSpc>
                <a:spcPct val="100000"/>
              </a:lnSpc>
            </a:pPr>
            <a:r>
              <a:rPr sz="850" dirty="0">
                <a:latin typeface="Arial"/>
                <a:cs typeface="Arial"/>
              </a:rPr>
              <a:t>Map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hospital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location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28" y="8953"/>
            <a:ext cx="10654665" cy="7520940"/>
          </a:xfrm>
          <a:custGeom>
            <a:avLst/>
            <a:rect l="l" t="t" r="r" b="b"/>
            <a:pathLst>
              <a:path w="10654665" h="7520940">
                <a:moveTo>
                  <a:pt x="0" y="0"/>
                </a:moveTo>
                <a:lnTo>
                  <a:pt x="10654199" y="0"/>
                </a:lnTo>
                <a:lnTo>
                  <a:pt x="10654199" y="7520611"/>
                </a:lnTo>
                <a:lnTo>
                  <a:pt x="0" y="7520611"/>
                </a:lnTo>
                <a:lnTo>
                  <a:pt x="0" y="0"/>
                </a:lnTo>
                <a:close/>
              </a:path>
              <a:path w="10654665" h="7520940">
                <a:moveTo>
                  <a:pt x="0" y="7095338"/>
                </a:moveTo>
                <a:lnTo>
                  <a:pt x="10654199" y="7095338"/>
                </a:lnTo>
                <a:lnTo>
                  <a:pt x="10654199" y="7363931"/>
                </a:lnTo>
                <a:lnTo>
                  <a:pt x="0" y="7363931"/>
                </a:lnTo>
                <a:lnTo>
                  <a:pt x="0" y="7095338"/>
                </a:lnTo>
                <a:close/>
              </a:path>
            </a:pathLst>
          </a:custGeom>
          <a:ln w="8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4258" y="233510"/>
            <a:ext cx="77216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dirty="0">
                <a:latin typeface="Arial"/>
                <a:cs typeface="Arial"/>
              </a:rPr>
              <a:t>Health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Link</a:t>
            </a:r>
            <a:r>
              <a:rPr sz="850" spc="-25" dirty="0">
                <a:latin typeface="Arial"/>
                <a:cs typeface="Arial"/>
              </a:rPr>
              <a:t> 001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2595" y="233510"/>
            <a:ext cx="31242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20" dirty="0">
                <a:latin typeface="Arial"/>
                <a:cs typeface="Arial"/>
              </a:rPr>
              <a:t>Home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8278" y="233510"/>
            <a:ext cx="50292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dirty="0">
                <a:latin typeface="Arial"/>
                <a:cs typeface="Arial"/>
              </a:rPr>
              <a:t>About</a:t>
            </a:r>
            <a:r>
              <a:rPr sz="850" b="1" spc="-55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Us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78167" y="233510"/>
            <a:ext cx="50927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10" dirty="0">
                <a:latin typeface="Arial"/>
                <a:cs typeface="Arial"/>
              </a:rPr>
              <a:t>Pharmacy</a:t>
            </a:r>
            <a:endParaRPr sz="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89914" y="233510"/>
            <a:ext cx="59309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spc="-10" dirty="0">
                <a:latin typeface="Arial"/>
                <a:cs typeface="Arial"/>
              </a:rPr>
              <a:t>Contact</a:t>
            </a:r>
            <a:r>
              <a:rPr sz="850" b="1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Us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65615" y="233510"/>
            <a:ext cx="58102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10" dirty="0">
                <a:latin typeface="Arial"/>
                <a:cs typeface="Arial"/>
              </a:rPr>
              <a:t>My</a:t>
            </a:r>
            <a:r>
              <a:rPr sz="850" spc="-4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Account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30942" y="7077432"/>
            <a:ext cx="1889125" cy="268605"/>
            <a:chOff x="8330942" y="7077432"/>
            <a:chExt cx="1889125" cy="268605"/>
          </a:xfrm>
        </p:grpSpPr>
        <p:sp>
          <p:nvSpPr>
            <p:cNvPr id="10" name="object 10"/>
            <p:cNvSpPr/>
            <p:nvPr/>
          </p:nvSpPr>
          <p:spPr>
            <a:xfrm>
              <a:off x="8330942" y="7077432"/>
              <a:ext cx="268605" cy="268605"/>
            </a:xfrm>
            <a:custGeom>
              <a:avLst/>
              <a:rect l="l" t="t" r="r" b="b"/>
              <a:pathLst>
                <a:path w="268604" h="268604">
                  <a:moveTo>
                    <a:pt x="134296" y="268593"/>
                  </a:moveTo>
                  <a:lnTo>
                    <a:pt x="95311" y="262811"/>
                  </a:lnTo>
                  <a:lnTo>
                    <a:pt x="59685" y="245960"/>
                  </a:lnTo>
                  <a:lnTo>
                    <a:pt x="30482" y="219494"/>
                  </a:lnTo>
                  <a:lnTo>
                    <a:pt x="10222" y="185689"/>
                  </a:lnTo>
                  <a:lnTo>
                    <a:pt x="645" y="147460"/>
                  </a:lnTo>
                  <a:lnTo>
                    <a:pt x="0" y="134296"/>
                  </a:lnTo>
                  <a:lnTo>
                    <a:pt x="161" y="127698"/>
                  </a:lnTo>
                  <a:lnTo>
                    <a:pt x="7846" y="89060"/>
                  </a:lnTo>
                  <a:lnTo>
                    <a:pt x="26432" y="54289"/>
                  </a:lnTo>
                  <a:lnTo>
                    <a:pt x="54289" y="26432"/>
                  </a:lnTo>
                  <a:lnTo>
                    <a:pt x="89060" y="7846"/>
                  </a:lnTo>
                  <a:lnTo>
                    <a:pt x="127698" y="161"/>
                  </a:lnTo>
                  <a:lnTo>
                    <a:pt x="134296" y="0"/>
                  </a:lnTo>
                  <a:lnTo>
                    <a:pt x="140894" y="161"/>
                  </a:lnTo>
                  <a:lnTo>
                    <a:pt x="179532" y="7846"/>
                  </a:lnTo>
                  <a:lnTo>
                    <a:pt x="214303" y="26432"/>
                  </a:lnTo>
                  <a:lnTo>
                    <a:pt x="242160" y="54289"/>
                  </a:lnTo>
                  <a:lnTo>
                    <a:pt x="260746" y="89060"/>
                  </a:lnTo>
                  <a:lnTo>
                    <a:pt x="268431" y="127698"/>
                  </a:lnTo>
                  <a:lnTo>
                    <a:pt x="268593" y="134296"/>
                  </a:lnTo>
                  <a:lnTo>
                    <a:pt x="268431" y="140894"/>
                  </a:lnTo>
                  <a:lnTo>
                    <a:pt x="260746" y="179532"/>
                  </a:lnTo>
                  <a:lnTo>
                    <a:pt x="242160" y="214303"/>
                  </a:lnTo>
                  <a:lnTo>
                    <a:pt x="214303" y="242160"/>
                  </a:lnTo>
                  <a:lnTo>
                    <a:pt x="179532" y="260746"/>
                  </a:lnTo>
                  <a:lnTo>
                    <a:pt x="140894" y="268431"/>
                  </a:lnTo>
                  <a:lnTo>
                    <a:pt x="134296" y="268593"/>
                  </a:lnTo>
                  <a:close/>
                </a:path>
              </a:pathLst>
            </a:custGeom>
            <a:solidFill>
              <a:srgbClr val="3B589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421463" y="7129532"/>
              <a:ext cx="80791" cy="17524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845745" y="7077432"/>
              <a:ext cx="268605" cy="268605"/>
            </a:xfrm>
            <a:custGeom>
              <a:avLst/>
              <a:rect l="l" t="t" r="r" b="b"/>
              <a:pathLst>
                <a:path w="268604" h="268604">
                  <a:moveTo>
                    <a:pt x="134296" y="268593"/>
                  </a:moveTo>
                  <a:lnTo>
                    <a:pt x="95311" y="262811"/>
                  </a:lnTo>
                  <a:lnTo>
                    <a:pt x="59685" y="245960"/>
                  </a:lnTo>
                  <a:lnTo>
                    <a:pt x="30482" y="219494"/>
                  </a:lnTo>
                  <a:lnTo>
                    <a:pt x="10222" y="185689"/>
                  </a:lnTo>
                  <a:lnTo>
                    <a:pt x="645" y="147460"/>
                  </a:lnTo>
                  <a:lnTo>
                    <a:pt x="0" y="134296"/>
                  </a:lnTo>
                  <a:lnTo>
                    <a:pt x="161" y="127698"/>
                  </a:lnTo>
                  <a:lnTo>
                    <a:pt x="7846" y="89060"/>
                  </a:lnTo>
                  <a:lnTo>
                    <a:pt x="26432" y="54289"/>
                  </a:lnTo>
                  <a:lnTo>
                    <a:pt x="54289" y="26432"/>
                  </a:lnTo>
                  <a:lnTo>
                    <a:pt x="89060" y="7846"/>
                  </a:lnTo>
                  <a:lnTo>
                    <a:pt x="127698" y="161"/>
                  </a:lnTo>
                  <a:lnTo>
                    <a:pt x="134296" y="0"/>
                  </a:lnTo>
                  <a:lnTo>
                    <a:pt x="140894" y="161"/>
                  </a:lnTo>
                  <a:lnTo>
                    <a:pt x="179532" y="7846"/>
                  </a:lnTo>
                  <a:lnTo>
                    <a:pt x="214303" y="26432"/>
                  </a:lnTo>
                  <a:lnTo>
                    <a:pt x="242160" y="54289"/>
                  </a:lnTo>
                  <a:lnTo>
                    <a:pt x="260746" y="89060"/>
                  </a:lnTo>
                  <a:lnTo>
                    <a:pt x="268431" y="127698"/>
                  </a:lnTo>
                  <a:lnTo>
                    <a:pt x="268593" y="134296"/>
                  </a:lnTo>
                  <a:lnTo>
                    <a:pt x="268431" y="140894"/>
                  </a:lnTo>
                  <a:lnTo>
                    <a:pt x="260746" y="179532"/>
                  </a:lnTo>
                  <a:lnTo>
                    <a:pt x="242160" y="214303"/>
                  </a:lnTo>
                  <a:lnTo>
                    <a:pt x="214303" y="242160"/>
                  </a:lnTo>
                  <a:lnTo>
                    <a:pt x="179532" y="260746"/>
                  </a:lnTo>
                  <a:lnTo>
                    <a:pt x="140894" y="268431"/>
                  </a:lnTo>
                  <a:lnTo>
                    <a:pt x="134296" y="268593"/>
                  </a:lnTo>
                  <a:close/>
                </a:path>
              </a:pathLst>
            </a:custGeom>
            <a:solidFill>
              <a:srgbClr val="54AB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894092" y="7141860"/>
              <a:ext cx="171899" cy="1397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978314" y="7090862"/>
              <a:ext cx="241733" cy="24173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302614" y="7127404"/>
            <a:ext cx="26479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20" dirty="0">
                <a:latin typeface="Arial"/>
                <a:cs typeface="Arial"/>
              </a:rPr>
              <a:t>2026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02781" y="7127404"/>
            <a:ext cx="77216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dirty="0">
                <a:latin typeface="Arial"/>
                <a:cs typeface="Arial"/>
              </a:rPr>
              <a:t>Health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Link</a:t>
            </a:r>
            <a:r>
              <a:rPr sz="850" spc="-25" dirty="0">
                <a:latin typeface="Arial"/>
                <a:cs typeface="Arial"/>
              </a:rPr>
              <a:t> 001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9397" y="7154263"/>
            <a:ext cx="87376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10" dirty="0">
                <a:latin typeface="Arial"/>
                <a:cs typeface="Arial"/>
              </a:rPr>
              <a:t>WF-</a:t>
            </a:r>
            <a:r>
              <a:rPr sz="850" dirty="0">
                <a:latin typeface="Arial"/>
                <a:cs typeface="Arial"/>
              </a:rPr>
              <a:t>05</a:t>
            </a:r>
            <a:r>
              <a:rPr sz="850" spc="-1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/</a:t>
            </a:r>
            <a:r>
              <a:rPr sz="850" spc="-5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About</a:t>
            </a:r>
            <a:r>
              <a:rPr sz="850" spc="-15" dirty="0">
                <a:latin typeface="Arial"/>
                <a:cs typeface="Arial"/>
              </a:rPr>
              <a:t> </a:t>
            </a:r>
            <a:r>
              <a:rPr sz="850" spc="-25" dirty="0">
                <a:latin typeface="Arial"/>
                <a:cs typeface="Arial"/>
              </a:rPr>
              <a:t>Us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53085" y="6276129"/>
            <a:ext cx="2596515" cy="53721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85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850" dirty="0">
                <a:latin typeface="Arial"/>
                <a:cs typeface="Arial"/>
              </a:rPr>
              <a:t>Service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spc="-50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7621" y="6311942"/>
            <a:ext cx="2596515" cy="53721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85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850" dirty="0">
                <a:latin typeface="Arial"/>
                <a:cs typeface="Arial"/>
              </a:rPr>
              <a:t>Service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spc="-50" dirty="0">
                <a:latin typeface="Arial"/>
                <a:cs typeface="Arial"/>
              </a:rPr>
              <a:t>4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7621" y="5380818"/>
            <a:ext cx="2596515" cy="53721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85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850" dirty="0">
                <a:latin typeface="Arial"/>
                <a:cs typeface="Arial"/>
              </a:rPr>
              <a:t>Service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spc="-50" dirty="0">
                <a:latin typeface="Arial"/>
                <a:cs typeface="Arial"/>
              </a:rPr>
              <a:t>1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53085" y="5380818"/>
            <a:ext cx="2596515" cy="53721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85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850" dirty="0">
                <a:latin typeface="Arial"/>
                <a:cs typeface="Arial"/>
              </a:rPr>
              <a:t>Service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spc="-50" dirty="0">
                <a:latin typeface="Arial"/>
                <a:cs typeface="Arial"/>
              </a:rPr>
              <a:t>2</a:t>
            </a:r>
            <a:endParaRPr sz="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73314" y="5380818"/>
            <a:ext cx="2596515" cy="53721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85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850" dirty="0">
                <a:latin typeface="Arial"/>
                <a:cs typeface="Arial"/>
              </a:rPr>
              <a:t>Service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spc="-50" dirty="0">
                <a:latin typeface="Arial"/>
                <a:cs typeface="Arial"/>
              </a:rPr>
              <a:t>3</a:t>
            </a:r>
            <a:endParaRPr sz="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28548" y="6222410"/>
            <a:ext cx="2596515" cy="53721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85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850" dirty="0">
                <a:latin typeface="Arial"/>
                <a:cs typeface="Arial"/>
              </a:rPr>
              <a:t>Service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spc="-50" dirty="0">
                <a:latin typeface="Arial"/>
                <a:cs typeface="Arial"/>
              </a:rPr>
              <a:t>6</a:t>
            </a:r>
            <a:endParaRPr sz="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7621" y="1172857"/>
            <a:ext cx="8147684" cy="1298575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endParaRPr sz="950">
              <a:latin typeface="Times New Roman"/>
              <a:cs typeface="Times New Roman"/>
            </a:endParaRPr>
          </a:p>
          <a:p>
            <a:pPr marL="501015">
              <a:lnSpc>
                <a:spcPct val="100000"/>
              </a:lnSpc>
              <a:spcBef>
                <a:spcPts val="5"/>
              </a:spcBef>
            </a:pPr>
            <a:r>
              <a:rPr sz="950" b="1" dirty="0">
                <a:latin typeface="Arial"/>
                <a:cs typeface="Arial"/>
              </a:rPr>
              <a:t>About</a:t>
            </a:r>
            <a:r>
              <a:rPr sz="950" b="1" spc="110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Health</a:t>
            </a:r>
            <a:r>
              <a:rPr sz="950" b="1" spc="110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Link</a:t>
            </a:r>
            <a:r>
              <a:rPr sz="950" b="1" spc="110" dirty="0">
                <a:latin typeface="Arial"/>
                <a:cs typeface="Arial"/>
              </a:rPr>
              <a:t> </a:t>
            </a:r>
            <a:r>
              <a:rPr sz="950" b="1" spc="-25" dirty="0">
                <a:latin typeface="Arial"/>
                <a:cs typeface="Arial"/>
              </a:rPr>
              <a:t>001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950">
              <a:latin typeface="Arial"/>
              <a:cs typeface="Arial"/>
            </a:endParaRPr>
          </a:p>
          <a:p>
            <a:pPr marL="328930">
              <a:lnSpc>
                <a:spcPct val="100000"/>
              </a:lnSpc>
              <a:spcBef>
                <a:spcPts val="5"/>
              </a:spcBef>
            </a:pPr>
            <a:r>
              <a:rPr sz="850" dirty="0">
                <a:latin typeface="Arial"/>
                <a:cs typeface="Arial"/>
              </a:rPr>
              <a:t>Short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introduction</a:t>
            </a:r>
            <a:r>
              <a:rPr sz="850" spc="19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to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the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hospital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its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values.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7621" y="2784417"/>
            <a:ext cx="3491865" cy="214884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850">
              <a:latin typeface="Times New Roman"/>
              <a:cs typeface="Times New Roman"/>
            </a:endParaRPr>
          </a:p>
          <a:p>
            <a:pPr marR="171450" algn="ctr">
              <a:lnSpc>
                <a:spcPct val="100000"/>
              </a:lnSpc>
            </a:pPr>
            <a:r>
              <a:rPr sz="850" b="1" dirty="0">
                <a:latin typeface="Arial"/>
                <a:cs typeface="Arial"/>
              </a:rPr>
              <a:t>Our</a:t>
            </a:r>
            <a:r>
              <a:rPr sz="850" b="1" spc="-20" dirty="0">
                <a:latin typeface="Arial"/>
                <a:cs typeface="Arial"/>
              </a:rPr>
              <a:t> </a:t>
            </a:r>
            <a:r>
              <a:rPr sz="850" b="1" spc="-10" dirty="0">
                <a:latin typeface="Arial"/>
                <a:cs typeface="Arial"/>
              </a:rPr>
              <a:t>Mission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850">
              <a:latin typeface="Arial"/>
              <a:cs typeface="Arial"/>
            </a:endParaRPr>
          </a:p>
          <a:p>
            <a:pPr marL="1094740" marR="1266190" algn="ctr">
              <a:lnSpc>
                <a:spcPct val="103699"/>
              </a:lnSpc>
            </a:pPr>
            <a:r>
              <a:rPr sz="850" dirty="0">
                <a:latin typeface="Arial"/>
                <a:cs typeface="Arial"/>
              </a:rPr>
              <a:t>Mission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statements </a:t>
            </a:r>
            <a:r>
              <a:rPr sz="850" dirty="0">
                <a:latin typeface="Arial"/>
                <a:cs typeface="Arial"/>
              </a:rPr>
              <a:t>supplied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by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the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hospital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07965" y="2784417"/>
            <a:ext cx="3491865" cy="214884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85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850" dirty="0">
                <a:latin typeface="Arial"/>
                <a:cs typeface="Arial"/>
              </a:rPr>
              <a:t>Our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Vision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850">
              <a:latin typeface="Arial"/>
              <a:cs typeface="Arial"/>
            </a:endParaRPr>
          </a:p>
          <a:p>
            <a:pPr marL="1179830" marR="1181100" algn="ctr">
              <a:lnSpc>
                <a:spcPts val="990"/>
              </a:lnSpc>
            </a:pPr>
            <a:r>
              <a:rPr sz="850" dirty="0">
                <a:latin typeface="Arial"/>
                <a:cs typeface="Arial"/>
              </a:rPr>
              <a:t>Vision</a:t>
            </a:r>
            <a:r>
              <a:rPr sz="850" spc="-4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statements </a:t>
            </a:r>
            <a:r>
              <a:rPr sz="850" dirty="0">
                <a:latin typeface="Arial"/>
                <a:cs typeface="Arial"/>
              </a:rPr>
              <a:t>supplied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by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the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hospital</a:t>
            </a:r>
            <a:endParaRPr sz="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52631" y="5068189"/>
            <a:ext cx="62865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dirty="0">
                <a:latin typeface="Arial"/>
                <a:cs typeface="Arial"/>
              </a:rPr>
              <a:t>Our</a:t>
            </a:r>
            <a:r>
              <a:rPr sz="850" b="1" spc="-25" dirty="0">
                <a:latin typeface="Arial"/>
                <a:cs typeface="Arial"/>
              </a:rPr>
              <a:t> </a:t>
            </a:r>
            <a:r>
              <a:rPr sz="850" b="1" spc="-10" dirty="0">
                <a:latin typeface="Arial"/>
                <a:cs typeface="Arial"/>
              </a:rPr>
              <a:t>Service</a:t>
            </a:r>
            <a:endParaRPr sz="8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93542" y="1172856"/>
            <a:ext cx="1880235" cy="5551170"/>
          </a:xfrm>
          <a:prstGeom prst="rect">
            <a:avLst/>
          </a:prstGeom>
          <a:ln w="8953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85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  <a:spcBef>
                <a:spcPts val="5"/>
              </a:spcBef>
            </a:pPr>
            <a:r>
              <a:rPr sz="850" b="1" spc="-10" dirty="0">
                <a:latin typeface="Arial"/>
                <a:cs typeface="Arial"/>
              </a:rPr>
              <a:t>Annotations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850">
              <a:latin typeface="Arial"/>
              <a:cs typeface="Arial"/>
            </a:endParaRPr>
          </a:p>
          <a:p>
            <a:pPr marL="429259" marR="344170" indent="-41910" algn="just">
              <a:lnSpc>
                <a:spcPct val="103699"/>
              </a:lnSpc>
              <a:spcBef>
                <a:spcPts val="5"/>
              </a:spcBef>
              <a:buAutoNum type="arabicPlain"/>
              <a:tabLst>
                <a:tab pos="429259" algn="l"/>
                <a:tab pos="476250" algn="l"/>
              </a:tabLst>
            </a:pPr>
            <a:r>
              <a:rPr sz="850" dirty="0">
                <a:latin typeface="Arial"/>
                <a:cs typeface="Arial"/>
              </a:rPr>
              <a:t>	Banner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introduces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spc="-25" dirty="0">
                <a:latin typeface="Arial"/>
                <a:cs typeface="Arial"/>
              </a:rPr>
              <a:t>the </a:t>
            </a:r>
            <a:r>
              <a:rPr sz="850" dirty="0">
                <a:latin typeface="Arial"/>
                <a:cs typeface="Arial"/>
              </a:rPr>
              <a:t>hospital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its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values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lain"/>
            </a:pPr>
            <a:endParaRPr sz="850">
              <a:latin typeface="Arial"/>
              <a:cs typeface="Arial"/>
            </a:endParaRPr>
          </a:p>
          <a:p>
            <a:pPr marL="387350" marR="337820" indent="-6350" algn="just">
              <a:lnSpc>
                <a:spcPct val="100200"/>
              </a:lnSpc>
              <a:spcBef>
                <a:spcPts val="5"/>
              </a:spcBef>
              <a:buAutoNum type="arabicPlain"/>
              <a:tabLst>
                <a:tab pos="387350" algn="l"/>
                <a:tab pos="469900" algn="l"/>
              </a:tabLst>
            </a:pPr>
            <a:r>
              <a:rPr sz="850" dirty="0">
                <a:latin typeface="Arial"/>
                <a:cs typeface="Arial"/>
              </a:rPr>
              <a:t>	Mission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vision</a:t>
            </a:r>
            <a:r>
              <a:rPr sz="850" spc="-25" dirty="0">
                <a:latin typeface="Arial"/>
                <a:cs typeface="Arial"/>
              </a:rPr>
              <a:t> are </a:t>
            </a:r>
            <a:r>
              <a:rPr sz="850" dirty="0">
                <a:latin typeface="Arial"/>
                <a:cs typeface="Arial"/>
              </a:rPr>
              <a:t>shown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viewed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by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50" dirty="0">
                <a:latin typeface="Arial"/>
                <a:cs typeface="Arial"/>
              </a:rPr>
              <a:t>a</a:t>
            </a:r>
            <a:r>
              <a:rPr sz="850" dirty="0">
                <a:latin typeface="Arial"/>
                <a:cs typeface="Arial"/>
              </a:rPr>
              <a:t> SME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before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publication.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AutoNum type="arabicPlain"/>
            </a:pPr>
            <a:endParaRPr sz="850">
              <a:latin typeface="Arial"/>
              <a:cs typeface="Arial"/>
            </a:endParaRPr>
          </a:p>
          <a:p>
            <a:pPr marL="508634" marR="376555" indent="-88900">
              <a:lnSpc>
                <a:spcPts val="990"/>
              </a:lnSpc>
              <a:buAutoNum type="arabicPlain"/>
              <a:tabLst>
                <a:tab pos="706755" algn="l"/>
              </a:tabLst>
            </a:pPr>
            <a:r>
              <a:rPr sz="850" dirty="0">
                <a:latin typeface="Arial"/>
                <a:cs typeface="Arial"/>
              </a:rPr>
              <a:t>Services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shown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spc="-50" dirty="0">
                <a:latin typeface="Arial"/>
                <a:cs typeface="Arial"/>
              </a:rPr>
              <a:t>a</a:t>
            </a:r>
            <a:r>
              <a:rPr sz="850" dirty="0">
                <a:latin typeface="Arial"/>
                <a:cs typeface="Arial"/>
              </a:rPr>
              <a:t> 	simple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list.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" y="8280"/>
            <a:ext cx="9853930" cy="7535545"/>
          </a:xfrm>
          <a:custGeom>
            <a:avLst/>
            <a:rect l="l" t="t" r="r" b="b"/>
            <a:pathLst>
              <a:path w="9853930" h="7535545">
                <a:moveTo>
                  <a:pt x="0" y="0"/>
                </a:moveTo>
                <a:lnTo>
                  <a:pt x="9853833" y="0"/>
                </a:lnTo>
                <a:lnTo>
                  <a:pt x="9853833" y="7535284"/>
                </a:lnTo>
                <a:lnTo>
                  <a:pt x="0" y="7535284"/>
                </a:lnTo>
                <a:lnTo>
                  <a:pt x="0" y="0"/>
                </a:lnTo>
                <a:close/>
              </a:path>
              <a:path w="9853930" h="7535545">
                <a:moveTo>
                  <a:pt x="0" y="7286868"/>
                </a:moveTo>
                <a:lnTo>
                  <a:pt x="9853833" y="7286868"/>
                </a:lnTo>
                <a:lnTo>
                  <a:pt x="9853833" y="7535284"/>
                </a:lnTo>
                <a:lnTo>
                  <a:pt x="0" y="7535284"/>
                </a:lnTo>
                <a:lnTo>
                  <a:pt x="0" y="7286868"/>
                </a:lnTo>
                <a:close/>
              </a:path>
            </a:pathLst>
          </a:custGeom>
          <a:ln w="82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8632" y="525534"/>
            <a:ext cx="71628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Health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Link</a:t>
            </a:r>
            <a:r>
              <a:rPr sz="750" spc="9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001</a:t>
            </a:r>
            <a:endParaRPr sz="7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3732" y="525534"/>
            <a:ext cx="29083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20" dirty="0">
                <a:latin typeface="Arial"/>
                <a:cs typeface="Arial"/>
              </a:rPr>
              <a:t>Home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5226" y="525534"/>
            <a:ext cx="43434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About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Us</a:t>
            </a:r>
            <a:endParaRPr sz="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4184" y="525534"/>
            <a:ext cx="50101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b="1" spc="-10" dirty="0">
                <a:latin typeface="Arial"/>
                <a:cs typeface="Arial"/>
              </a:rPr>
              <a:t>Pharmacy</a:t>
            </a:r>
            <a:endParaRPr sz="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940" y="525534"/>
            <a:ext cx="54991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b="1" dirty="0">
                <a:latin typeface="Arial"/>
                <a:cs typeface="Arial"/>
              </a:rPr>
              <a:t>Contact</a:t>
            </a:r>
            <a:r>
              <a:rPr sz="750" b="1" spc="114" dirty="0">
                <a:latin typeface="Arial"/>
                <a:cs typeface="Arial"/>
              </a:rPr>
              <a:t> </a:t>
            </a:r>
            <a:r>
              <a:rPr sz="750" b="1" spc="-25" dirty="0">
                <a:latin typeface="Arial"/>
                <a:cs typeface="Arial"/>
              </a:rPr>
              <a:t>Us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61102" y="525534"/>
            <a:ext cx="53911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My</a:t>
            </a:r>
            <a:r>
              <a:rPr sz="750" spc="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Account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05109" y="7270307"/>
            <a:ext cx="1747520" cy="248920"/>
            <a:chOff x="7705109" y="7270307"/>
            <a:chExt cx="1747520" cy="248920"/>
          </a:xfrm>
        </p:grpSpPr>
        <p:pic>
          <p:nvPicPr>
            <p:cNvPr id="10" name="object 10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7705109" y="7270307"/>
              <a:ext cx="248415" cy="2484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181239" y="7270307"/>
              <a:ext cx="248415" cy="2484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8727" y="7282728"/>
              <a:ext cx="223574" cy="2235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527711" y="7315571"/>
            <a:ext cx="24701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20" dirty="0">
                <a:latin typeface="Arial"/>
                <a:cs typeface="Arial"/>
              </a:rPr>
              <a:t>2026</a:t>
            </a:r>
            <a:endParaRPr sz="7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10499" y="7315571"/>
            <a:ext cx="71628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Health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Link</a:t>
            </a:r>
            <a:r>
              <a:rPr sz="750" spc="9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001</a:t>
            </a:r>
            <a:endParaRPr sz="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0346" y="7340412"/>
            <a:ext cx="148907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WF-06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/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Pharmacy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view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products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02969" y="914718"/>
            <a:ext cx="579755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-10" dirty="0">
                <a:latin typeface="Arial"/>
                <a:cs typeface="Arial"/>
              </a:rPr>
              <a:t>Pharmacy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74860" y="1747192"/>
            <a:ext cx="1739264" cy="5133975"/>
          </a:xfrm>
          <a:prstGeom prst="rect">
            <a:avLst/>
          </a:prstGeom>
          <a:ln w="828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750">
              <a:latin typeface="Times New Roman"/>
              <a:cs typeface="Times New Roman"/>
            </a:endParaRPr>
          </a:p>
          <a:p>
            <a:pPr marL="3683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Annotations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750">
              <a:latin typeface="Arial"/>
              <a:cs typeface="Arial"/>
            </a:endParaRPr>
          </a:p>
          <a:p>
            <a:pPr marL="139700" marR="132715" indent="82550" algn="ctr">
              <a:lnSpc>
                <a:spcPct val="105000"/>
              </a:lnSpc>
              <a:spcBef>
                <a:spcPts val="5"/>
              </a:spcBef>
              <a:buAutoNum type="arabicPlain"/>
              <a:tabLst>
                <a:tab pos="222250" algn="l"/>
              </a:tabLst>
            </a:pPr>
            <a:r>
              <a:rPr sz="750" dirty="0">
                <a:latin typeface="Arial"/>
                <a:cs typeface="Arial"/>
              </a:rPr>
              <a:t>Search</a:t>
            </a:r>
            <a:r>
              <a:rPr sz="750" spc="3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category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filter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help</a:t>
            </a:r>
            <a:r>
              <a:rPr sz="750" dirty="0">
                <a:latin typeface="Arial"/>
                <a:cs typeface="Arial"/>
              </a:rPr>
              <a:t> patients</a:t>
            </a:r>
            <a:r>
              <a:rPr sz="750" spc="9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find</a:t>
            </a:r>
            <a:r>
              <a:rPr sz="750" spc="10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eligible</a:t>
            </a:r>
            <a:r>
              <a:rPr sz="750" spc="9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medical product</a:t>
            </a:r>
            <a:endParaRPr sz="750">
              <a:latin typeface="Arial"/>
              <a:cs typeface="Arial"/>
            </a:endParaRPr>
          </a:p>
          <a:p>
            <a:pPr marL="161925" marR="154305" indent="-635" algn="ctr">
              <a:lnSpc>
                <a:spcPct val="108700"/>
              </a:lnSpc>
              <a:spcBef>
                <a:spcPts val="844"/>
              </a:spcBef>
              <a:buAutoNum type="arabicPlain"/>
              <a:tabLst>
                <a:tab pos="161925" algn="l"/>
                <a:tab pos="243840" algn="l"/>
              </a:tabLst>
            </a:pPr>
            <a:r>
              <a:rPr sz="750" dirty="0">
                <a:latin typeface="Arial"/>
                <a:cs typeface="Arial"/>
              </a:rPr>
              <a:t>	E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ate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product</a:t>
            </a:r>
            <a:r>
              <a:rPr sz="750" spc="7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clearly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shows </a:t>
            </a:r>
            <a:r>
              <a:rPr sz="750" dirty="0">
                <a:latin typeface="Arial"/>
                <a:cs typeface="Arial"/>
              </a:rPr>
              <a:t>wether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prescription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is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required</a:t>
            </a:r>
            <a:endParaRPr sz="750">
              <a:latin typeface="Arial"/>
              <a:cs typeface="Arial"/>
            </a:endParaRPr>
          </a:p>
          <a:p>
            <a:pPr marL="112395" marR="104775" indent="82550" algn="ctr">
              <a:lnSpc>
                <a:spcPct val="108700"/>
              </a:lnSpc>
              <a:spcBef>
                <a:spcPts val="844"/>
              </a:spcBef>
              <a:buAutoNum type="arabicPlain"/>
              <a:tabLst>
                <a:tab pos="194945" algn="l"/>
              </a:tabLst>
            </a:pPr>
            <a:r>
              <a:rPr sz="750" dirty="0">
                <a:latin typeface="Arial"/>
                <a:cs typeface="Arial"/>
              </a:rPr>
              <a:t>view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products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opens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the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product </a:t>
            </a:r>
            <a:r>
              <a:rPr sz="750" dirty="0">
                <a:latin typeface="Arial"/>
                <a:cs typeface="Arial"/>
              </a:rPr>
              <a:t>page</a:t>
            </a:r>
            <a:r>
              <a:rPr sz="750" spc="1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(WF-</a:t>
            </a:r>
            <a:r>
              <a:rPr sz="750" spc="-25" dirty="0">
                <a:latin typeface="Arial"/>
                <a:cs typeface="Arial"/>
              </a:rPr>
              <a:t>07)</a:t>
            </a:r>
            <a:endParaRPr sz="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6521" y="4955898"/>
            <a:ext cx="1325245" cy="497205"/>
          </a:xfrm>
          <a:prstGeom prst="rect">
            <a:avLst/>
          </a:prstGeom>
          <a:ln w="8280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750">
              <a:latin typeface="Times New Roman"/>
              <a:cs typeface="Times New Roman"/>
            </a:endParaRPr>
          </a:p>
          <a:p>
            <a:pPr marL="208915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prescription</a:t>
            </a:r>
            <a:r>
              <a:rPr sz="750" spc="19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required</a:t>
            </a:r>
            <a:endParaRPr sz="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37761" y="4955898"/>
            <a:ext cx="1325245" cy="497205"/>
          </a:xfrm>
          <a:prstGeom prst="rect">
            <a:avLst/>
          </a:prstGeom>
          <a:ln w="8280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75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no</a:t>
            </a:r>
            <a:r>
              <a:rPr sz="750" spc="3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prescription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required</a:t>
            </a:r>
            <a:endParaRPr sz="7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46129" y="4955898"/>
            <a:ext cx="1325245" cy="497205"/>
          </a:xfrm>
          <a:custGeom>
            <a:avLst/>
            <a:rect l="l" t="t" r="r" b="b"/>
            <a:pathLst>
              <a:path w="1325245" h="497204">
                <a:moveTo>
                  <a:pt x="0" y="0"/>
                </a:moveTo>
                <a:lnTo>
                  <a:pt x="1324885" y="0"/>
                </a:lnTo>
                <a:lnTo>
                  <a:pt x="1324885" y="496831"/>
                </a:lnTo>
                <a:lnTo>
                  <a:pt x="0" y="496831"/>
                </a:lnTo>
                <a:lnTo>
                  <a:pt x="0" y="0"/>
                </a:lnTo>
                <a:close/>
              </a:path>
            </a:pathLst>
          </a:custGeom>
          <a:ln w="82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072151" y="1809297"/>
            <a:ext cx="1987550" cy="4844415"/>
          </a:xfrm>
          <a:prstGeom prst="rect">
            <a:avLst/>
          </a:prstGeom>
          <a:ln w="828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750">
              <a:latin typeface="Times New Roman"/>
              <a:cs typeface="Times New Roman"/>
            </a:endParaRPr>
          </a:p>
          <a:p>
            <a:pPr marL="184150">
              <a:lnSpc>
                <a:spcPct val="100000"/>
              </a:lnSpc>
            </a:pPr>
            <a:r>
              <a:rPr sz="750" b="1" dirty="0">
                <a:latin typeface="Arial"/>
                <a:cs typeface="Arial"/>
              </a:rPr>
              <a:t>product</a:t>
            </a:r>
            <a:r>
              <a:rPr sz="750" b="1" spc="85" dirty="0">
                <a:latin typeface="Arial"/>
                <a:cs typeface="Arial"/>
              </a:rPr>
              <a:t> </a:t>
            </a:r>
            <a:r>
              <a:rPr sz="750" b="1" dirty="0">
                <a:latin typeface="Arial"/>
                <a:cs typeface="Arial"/>
              </a:rPr>
              <a:t>name</a:t>
            </a:r>
            <a:r>
              <a:rPr sz="750" b="1" spc="85" dirty="0">
                <a:latin typeface="Arial"/>
                <a:cs typeface="Arial"/>
              </a:rPr>
              <a:t> </a:t>
            </a:r>
            <a:r>
              <a:rPr sz="750" b="1" spc="-50" dirty="0">
                <a:latin typeface="Arial"/>
                <a:cs typeface="Arial"/>
              </a:rPr>
              <a:t>2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750">
              <a:latin typeface="Arial"/>
              <a:cs typeface="Arial"/>
            </a:endParaRPr>
          </a:p>
          <a:p>
            <a:pPr marL="318135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short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prescription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8172" y="1809296"/>
            <a:ext cx="2070735" cy="4719955"/>
          </a:xfrm>
          <a:prstGeom prst="rect">
            <a:avLst/>
          </a:prstGeom>
          <a:ln w="828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750">
              <a:latin typeface="Times New Roman"/>
              <a:cs typeface="Times New Roman"/>
            </a:endParaRPr>
          </a:p>
          <a:p>
            <a:pPr marL="296545">
              <a:lnSpc>
                <a:spcPct val="100000"/>
              </a:lnSpc>
            </a:pPr>
            <a:r>
              <a:rPr sz="750" b="1" dirty="0">
                <a:latin typeface="Arial"/>
                <a:cs typeface="Arial"/>
              </a:rPr>
              <a:t>product</a:t>
            </a:r>
            <a:r>
              <a:rPr sz="750" b="1" spc="85" dirty="0">
                <a:latin typeface="Arial"/>
                <a:cs typeface="Arial"/>
              </a:rPr>
              <a:t> </a:t>
            </a:r>
            <a:r>
              <a:rPr sz="750" b="1" dirty="0">
                <a:latin typeface="Arial"/>
                <a:cs typeface="Arial"/>
              </a:rPr>
              <a:t>name</a:t>
            </a:r>
            <a:r>
              <a:rPr sz="750" b="1" spc="85" dirty="0">
                <a:latin typeface="Arial"/>
                <a:cs typeface="Arial"/>
              </a:rPr>
              <a:t> </a:t>
            </a:r>
            <a:r>
              <a:rPr sz="750" b="1" spc="-50" dirty="0">
                <a:latin typeface="Arial"/>
                <a:cs typeface="Arial"/>
              </a:rPr>
              <a:t>1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750">
              <a:latin typeface="Arial"/>
              <a:cs typeface="Arial"/>
            </a:endParaRPr>
          </a:p>
          <a:p>
            <a:pPr marL="318135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short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prescription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6992" y="6032367"/>
            <a:ext cx="1905000" cy="497205"/>
          </a:xfrm>
          <a:custGeom>
            <a:avLst/>
            <a:rect l="l" t="t" r="r" b="b"/>
            <a:pathLst>
              <a:path w="1905000" h="497204">
                <a:moveTo>
                  <a:pt x="1904522" y="496831"/>
                </a:moveTo>
                <a:lnTo>
                  <a:pt x="0" y="496831"/>
                </a:lnTo>
                <a:lnTo>
                  <a:pt x="0" y="0"/>
                </a:lnTo>
                <a:lnTo>
                  <a:pt x="1904522" y="0"/>
                </a:lnTo>
                <a:lnTo>
                  <a:pt x="1904522" y="496831"/>
                </a:lnTo>
                <a:close/>
              </a:path>
            </a:pathLst>
          </a:custGeom>
          <a:solidFill>
            <a:srgbClr val="B0D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096992" y="6197699"/>
            <a:ext cx="190055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view</a:t>
            </a:r>
            <a:r>
              <a:rPr sz="750" spc="7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product</a:t>
            </a:r>
            <a:endParaRPr sz="7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0978" y="5949562"/>
            <a:ext cx="1905000" cy="497205"/>
          </a:xfrm>
          <a:prstGeom prst="rect">
            <a:avLst/>
          </a:prstGeom>
          <a:solidFill>
            <a:srgbClr val="B0DDF0"/>
          </a:solidFill>
          <a:ln w="8280">
            <a:solidFill>
              <a:srgbClr val="0F739D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75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view</a:t>
            </a:r>
            <a:r>
              <a:rPr sz="750" spc="7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product</a:t>
            </a:r>
            <a:endParaRPr sz="7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6837" y="1304183"/>
            <a:ext cx="4683125" cy="331470"/>
          </a:xfrm>
          <a:custGeom>
            <a:avLst/>
            <a:rect l="l" t="t" r="r" b="b"/>
            <a:pathLst>
              <a:path w="4683125" h="331469">
                <a:moveTo>
                  <a:pt x="41402" y="0"/>
                </a:moveTo>
                <a:lnTo>
                  <a:pt x="4641238" y="0"/>
                </a:lnTo>
                <a:lnTo>
                  <a:pt x="4646729" y="0"/>
                </a:lnTo>
                <a:lnTo>
                  <a:pt x="4670515" y="12127"/>
                </a:lnTo>
                <a:lnTo>
                  <a:pt x="4674397" y="16010"/>
                </a:lnTo>
                <a:lnTo>
                  <a:pt x="4677389" y="20488"/>
                </a:lnTo>
                <a:lnTo>
                  <a:pt x="4679490" y="25560"/>
                </a:lnTo>
                <a:lnTo>
                  <a:pt x="4681591" y="30633"/>
                </a:lnTo>
                <a:lnTo>
                  <a:pt x="4682641" y="35913"/>
                </a:lnTo>
                <a:lnTo>
                  <a:pt x="4682641" y="41402"/>
                </a:lnTo>
                <a:lnTo>
                  <a:pt x="4682641" y="289818"/>
                </a:lnTo>
                <a:lnTo>
                  <a:pt x="4670515" y="319095"/>
                </a:lnTo>
                <a:lnTo>
                  <a:pt x="4666633" y="322978"/>
                </a:lnTo>
                <a:lnTo>
                  <a:pt x="4662155" y="325970"/>
                </a:lnTo>
                <a:lnTo>
                  <a:pt x="4657083" y="328070"/>
                </a:lnTo>
                <a:lnTo>
                  <a:pt x="4652010" y="330171"/>
                </a:lnTo>
                <a:lnTo>
                  <a:pt x="4646729" y="331221"/>
                </a:lnTo>
                <a:lnTo>
                  <a:pt x="4641238" y="331221"/>
                </a:lnTo>
                <a:lnTo>
                  <a:pt x="41402" y="331221"/>
                </a:lnTo>
                <a:lnTo>
                  <a:pt x="35913" y="331221"/>
                </a:lnTo>
                <a:lnTo>
                  <a:pt x="30632" y="330171"/>
                </a:lnTo>
                <a:lnTo>
                  <a:pt x="25560" y="328070"/>
                </a:lnTo>
                <a:lnTo>
                  <a:pt x="20488" y="325970"/>
                </a:lnTo>
                <a:lnTo>
                  <a:pt x="16010" y="322978"/>
                </a:lnTo>
                <a:lnTo>
                  <a:pt x="12127" y="319095"/>
                </a:lnTo>
                <a:lnTo>
                  <a:pt x="8245" y="315213"/>
                </a:lnTo>
                <a:lnTo>
                  <a:pt x="5254" y="310736"/>
                </a:lnTo>
                <a:lnTo>
                  <a:pt x="3153" y="305664"/>
                </a:lnTo>
                <a:lnTo>
                  <a:pt x="1052" y="300590"/>
                </a:lnTo>
                <a:lnTo>
                  <a:pt x="0" y="295309"/>
                </a:lnTo>
                <a:lnTo>
                  <a:pt x="0" y="289818"/>
                </a:lnTo>
                <a:lnTo>
                  <a:pt x="0" y="41402"/>
                </a:lnTo>
                <a:lnTo>
                  <a:pt x="0" y="35913"/>
                </a:lnTo>
                <a:lnTo>
                  <a:pt x="1052" y="30633"/>
                </a:lnTo>
                <a:lnTo>
                  <a:pt x="3153" y="25560"/>
                </a:lnTo>
                <a:lnTo>
                  <a:pt x="5254" y="20488"/>
                </a:lnTo>
                <a:lnTo>
                  <a:pt x="8245" y="16010"/>
                </a:lnTo>
                <a:lnTo>
                  <a:pt x="12127" y="12127"/>
                </a:lnTo>
                <a:lnTo>
                  <a:pt x="16010" y="8245"/>
                </a:lnTo>
                <a:lnTo>
                  <a:pt x="20488" y="5254"/>
                </a:lnTo>
                <a:lnTo>
                  <a:pt x="25559" y="3152"/>
                </a:lnTo>
                <a:lnTo>
                  <a:pt x="30632" y="1052"/>
                </a:lnTo>
                <a:lnTo>
                  <a:pt x="35913" y="0"/>
                </a:lnTo>
                <a:lnTo>
                  <a:pt x="41402" y="0"/>
                </a:lnTo>
                <a:close/>
              </a:path>
            </a:pathLst>
          </a:custGeom>
          <a:ln w="8280">
            <a:solidFill>
              <a:srgbClr val="4F4F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04906" y="1378429"/>
            <a:ext cx="87630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dirty="0">
                <a:solidFill>
                  <a:srgbClr val="777777"/>
                </a:solidFill>
                <a:latin typeface="Arial"/>
                <a:cs typeface="Arial"/>
              </a:rPr>
              <a:t>Search</a:t>
            </a:r>
            <a:r>
              <a:rPr sz="900" b="1" spc="3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777777"/>
                </a:solidFill>
                <a:latin typeface="Arial"/>
                <a:cs typeface="Arial"/>
              </a:rPr>
              <a:t>product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9643" y="1449094"/>
            <a:ext cx="4542155" cy="2496820"/>
            <a:chOff x="459643" y="1449094"/>
            <a:chExt cx="4542155" cy="2496820"/>
          </a:xfrm>
        </p:grpSpPr>
        <p:sp>
          <p:nvSpPr>
            <p:cNvPr id="29" name="object 29"/>
            <p:cNvSpPr/>
            <p:nvPr/>
          </p:nvSpPr>
          <p:spPr>
            <a:xfrm>
              <a:off x="4918710" y="1449094"/>
              <a:ext cx="83185" cy="41910"/>
            </a:xfrm>
            <a:custGeom>
              <a:avLst/>
              <a:rect l="l" t="t" r="r" b="b"/>
              <a:pathLst>
                <a:path w="83185" h="41909">
                  <a:moveTo>
                    <a:pt x="0" y="0"/>
                  </a:moveTo>
                  <a:lnTo>
                    <a:pt x="82805" y="0"/>
                  </a:lnTo>
                  <a:lnTo>
                    <a:pt x="41402" y="41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63783" y="2388933"/>
              <a:ext cx="4430395" cy="1553210"/>
            </a:xfrm>
            <a:custGeom>
              <a:avLst/>
              <a:rect l="l" t="t" r="r" b="b"/>
              <a:pathLst>
                <a:path w="4430395" h="1553210">
                  <a:moveTo>
                    <a:pt x="0" y="0"/>
                  </a:moveTo>
                  <a:lnTo>
                    <a:pt x="1738911" y="1552599"/>
                  </a:lnTo>
                </a:path>
                <a:path w="4430395" h="1553210">
                  <a:moveTo>
                    <a:pt x="0" y="1552599"/>
                  </a:moveTo>
                  <a:lnTo>
                    <a:pt x="1738911" y="0"/>
                  </a:lnTo>
                </a:path>
                <a:path w="4430395" h="1553210">
                  <a:moveTo>
                    <a:pt x="2691173" y="0"/>
                  </a:moveTo>
                  <a:lnTo>
                    <a:pt x="4430084" y="1552599"/>
                  </a:lnTo>
                </a:path>
                <a:path w="4430395" h="1553210">
                  <a:moveTo>
                    <a:pt x="2691173" y="1552599"/>
                  </a:moveTo>
                  <a:lnTo>
                    <a:pt x="4430084" y="0"/>
                  </a:lnTo>
                </a:path>
              </a:pathLst>
            </a:custGeom>
            <a:ln w="828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135948" y="1188256"/>
            <a:ext cx="3147060" cy="497205"/>
          </a:xfrm>
          <a:prstGeom prst="rect">
            <a:avLst/>
          </a:prstGeom>
          <a:ln w="8280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75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All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categories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634976" y="2301987"/>
            <a:ext cx="1747520" cy="1644014"/>
            <a:chOff x="5634976" y="2301987"/>
            <a:chExt cx="1747520" cy="1644014"/>
          </a:xfrm>
        </p:grpSpPr>
        <p:sp>
          <p:nvSpPr>
            <p:cNvPr id="33" name="object 33"/>
            <p:cNvSpPr/>
            <p:nvPr/>
          </p:nvSpPr>
          <p:spPr>
            <a:xfrm>
              <a:off x="5639116" y="2306128"/>
              <a:ext cx="1739264" cy="1635760"/>
            </a:xfrm>
            <a:custGeom>
              <a:avLst/>
              <a:rect l="l" t="t" r="r" b="b"/>
              <a:pathLst>
                <a:path w="1739265" h="1635760">
                  <a:moveTo>
                    <a:pt x="0" y="0"/>
                  </a:moveTo>
                  <a:lnTo>
                    <a:pt x="1738911" y="0"/>
                  </a:lnTo>
                  <a:lnTo>
                    <a:pt x="1738911" y="1635405"/>
                  </a:lnTo>
                  <a:lnTo>
                    <a:pt x="0" y="1635405"/>
                  </a:lnTo>
                  <a:lnTo>
                    <a:pt x="0" y="0"/>
                  </a:lnTo>
                  <a:close/>
                </a:path>
              </a:pathLst>
            </a:custGeom>
            <a:ln w="828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639116" y="2306128"/>
              <a:ext cx="1739264" cy="1635760"/>
            </a:xfrm>
            <a:custGeom>
              <a:avLst/>
              <a:rect l="l" t="t" r="r" b="b"/>
              <a:pathLst>
                <a:path w="1739265" h="1635760">
                  <a:moveTo>
                    <a:pt x="0" y="0"/>
                  </a:moveTo>
                  <a:lnTo>
                    <a:pt x="1738911" y="1635405"/>
                  </a:lnTo>
                </a:path>
                <a:path w="1739265" h="1635760">
                  <a:moveTo>
                    <a:pt x="0" y="1635405"/>
                  </a:moveTo>
                  <a:lnTo>
                    <a:pt x="1738911" y="0"/>
                  </a:lnTo>
                </a:path>
              </a:pathLst>
            </a:custGeom>
            <a:ln w="828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63783" y="2388933"/>
            <a:ext cx="1739264" cy="1553210"/>
          </a:xfrm>
          <a:prstGeom prst="rect">
            <a:avLst/>
          </a:prstGeom>
          <a:ln w="8280">
            <a:solidFill>
              <a:srgbClr val="99999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75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</a:pPr>
            <a:r>
              <a:rPr sz="750" spc="-10" dirty="0">
                <a:latin typeface="Arial"/>
                <a:cs typeface="Arial"/>
              </a:rPr>
              <a:t>Image</a:t>
            </a:r>
            <a:endParaRPr sz="7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54956" y="2388933"/>
            <a:ext cx="1739264" cy="1553210"/>
          </a:xfrm>
          <a:prstGeom prst="rect">
            <a:avLst/>
          </a:prstGeom>
          <a:ln w="8280">
            <a:solidFill>
              <a:srgbClr val="99999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750">
              <a:latin typeface="Times New Roman"/>
              <a:cs typeface="Times New Roman"/>
            </a:endParaRPr>
          </a:p>
          <a:p>
            <a:pPr marL="74295" algn="ctr">
              <a:lnSpc>
                <a:spcPct val="100000"/>
              </a:lnSpc>
            </a:pPr>
            <a:r>
              <a:rPr sz="750" spc="-10" dirty="0">
                <a:latin typeface="Arial"/>
                <a:cs typeface="Arial"/>
              </a:rPr>
              <a:t>Image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5510768" y="1743052"/>
          <a:ext cx="1986914" cy="4843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50"/>
                <a:gridCol w="1904364"/>
              </a:tblGrid>
              <a:tr h="4201795">
                <a:tc gridSpan="2">
                  <a:txBody>
                    <a:bodyPr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850900">
                        <a:lnSpc>
                          <a:spcPct val="100000"/>
                        </a:lnSpc>
                      </a:pPr>
                      <a:r>
                        <a:rPr sz="750" spc="-10" dirty="0">
                          <a:latin typeface="Arial"/>
                          <a:cs typeface="Arial"/>
                        </a:rPr>
                        <a:t>Image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515620">
                        <a:lnSpc>
                          <a:spcPct val="100000"/>
                        </a:lnSpc>
                      </a:pPr>
                      <a:r>
                        <a:rPr sz="750" b="1" dirty="0">
                          <a:latin typeface="Arial"/>
                          <a:cs typeface="Arial"/>
                        </a:rPr>
                        <a:t>product</a:t>
                      </a:r>
                      <a:r>
                        <a:rPr sz="75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dirty="0">
                          <a:latin typeface="Arial"/>
                          <a:cs typeface="Arial"/>
                        </a:rPr>
                        <a:t>name</a:t>
                      </a:r>
                      <a:r>
                        <a:rPr sz="75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50" dirty="0">
                          <a:latin typeface="Arial"/>
                          <a:cs typeface="Arial"/>
                        </a:rPr>
                        <a:t>3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42164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/>
                          <a:cs typeface="Arial"/>
                        </a:rPr>
                        <a:t>short</a:t>
                      </a:r>
                      <a:r>
                        <a:rPr sz="75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spc="-10" dirty="0">
                          <a:latin typeface="Arial"/>
                          <a:cs typeface="Arial"/>
                        </a:rPr>
                        <a:t>prescription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53594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/>
                          <a:cs typeface="Arial"/>
                        </a:rPr>
                        <a:t>prescription</a:t>
                      </a:r>
                      <a:r>
                        <a:rPr sz="750" spc="1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spc="-10" dirty="0">
                          <a:latin typeface="Arial"/>
                          <a:cs typeface="Arial"/>
                        </a:rPr>
                        <a:t>required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F739D"/>
                      </a:solidFill>
                      <a:prstDash val="solid"/>
                    </a:lnB>
                  </a:tcPr>
                </a:tc>
                <a:tc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496570">
                <a:tc>
                  <a:txBody>
                    <a:bodyPr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F739D"/>
                      </a:solidFill>
                      <a:prstDash val="solid"/>
                    </a:lnR>
                  </a:tcPr>
                </a:tc>
                <a:tc>
                  <a:txBody>
                    <a:bodyPr lIns="0" tIns="7239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/>
                          <a:cs typeface="Arial"/>
                        </a:rPr>
                        <a:t>view</a:t>
                      </a:r>
                      <a:r>
                        <a:rPr sz="75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spc="-10" dirty="0">
                          <a:latin typeface="Arial"/>
                          <a:cs typeface="Arial"/>
                        </a:rPr>
                        <a:t>product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0F739D"/>
                      </a:solidFill>
                      <a:prstDash val="solid"/>
                    </a:lnL>
                    <a:lnR w="9525">
                      <a:solidFill>
                        <a:srgbClr val="0F739D"/>
                      </a:solidFill>
                      <a:prstDash val="solid"/>
                    </a:lnR>
                    <a:lnT w="9525">
                      <a:solidFill>
                        <a:srgbClr val="0F739D"/>
                      </a:solidFill>
                      <a:prstDash val="solid"/>
                    </a:lnT>
                    <a:lnB w="9525">
                      <a:solidFill>
                        <a:srgbClr val="0F739D"/>
                      </a:solidFill>
                      <a:prstDash val="solid"/>
                    </a:lnB>
                    <a:solidFill>
                      <a:srgbClr val="B0DDF0"/>
                    </a:solidFill>
                  </a:tcPr>
                </a:tc>
              </a:tr>
              <a:tr h="144780">
                <a:tc gridSpan="2">
                  <a:txBody>
                    <a:bodyPr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F739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262" y="8280"/>
            <a:ext cx="9853930" cy="7535545"/>
          </a:xfrm>
          <a:custGeom>
            <a:avLst/>
            <a:rect l="l" t="t" r="r" b="b"/>
            <a:pathLst>
              <a:path w="9853930" h="7535545">
                <a:moveTo>
                  <a:pt x="0" y="0"/>
                </a:moveTo>
                <a:lnTo>
                  <a:pt x="9853833" y="0"/>
                </a:lnTo>
                <a:lnTo>
                  <a:pt x="9853833" y="7535284"/>
                </a:lnTo>
                <a:lnTo>
                  <a:pt x="0" y="7535284"/>
                </a:lnTo>
                <a:lnTo>
                  <a:pt x="0" y="0"/>
                </a:lnTo>
                <a:close/>
              </a:path>
              <a:path w="9853930" h="7535545">
                <a:moveTo>
                  <a:pt x="0" y="7286868"/>
                </a:moveTo>
                <a:lnTo>
                  <a:pt x="9853833" y="7286868"/>
                </a:lnTo>
                <a:lnTo>
                  <a:pt x="9853833" y="7535284"/>
                </a:lnTo>
                <a:lnTo>
                  <a:pt x="0" y="7535284"/>
                </a:lnTo>
                <a:lnTo>
                  <a:pt x="0" y="7286868"/>
                </a:lnTo>
                <a:close/>
              </a:path>
            </a:pathLst>
          </a:custGeom>
          <a:ln w="82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53541" y="525534"/>
            <a:ext cx="71628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Health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Link</a:t>
            </a:r>
            <a:r>
              <a:rPr sz="750" spc="9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001</a:t>
            </a:r>
            <a:endParaRPr sz="7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642" y="525534"/>
            <a:ext cx="29083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20" dirty="0">
                <a:latin typeface="Arial"/>
                <a:cs typeface="Arial"/>
              </a:rPr>
              <a:t>Home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90135" y="525534"/>
            <a:ext cx="43434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About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Us</a:t>
            </a:r>
            <a:endParaRPr sz="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9093" y="525534"/>
            <a:ext cx="50101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b="1" spc="-10" dirty="0">
                <a:latin typeface="Arial"/>
                <a:cs typeface="Arial"/>
              </a:rPr>
              <a:t>Pharmacy</a:t>
            </a:r>
            <a:endParaRPr sz="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0850" y="525534"/>
            <a:ext cx="54991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b="1" dirty="0">
                <a:latin typeface="Arial"/>
                <a:cs typeface="Arial"/>
              </a:rPr>
              <a:t>Contact</a:t>
            </a:r>
            <a:r>
              <a:rPr sz="750" b="1" spc="114" dirty="0">
                <a:latin typeface="Arial"/>
                <a:cs typeface="Arial"/>
              </a:rPr>
              <a:t> </a:t>
            </a:r>
            <a:r>
              <a:rPr sz="750" b="1" spc="-25" dirty="0">
                <a:latin typeface="Arial"/>
                <a:cs typeface="Arial"/>
              </a:rPr>
              <a:t>Us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6011" y="525534"/>
            <a:ext cx="53911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My</a:t>
            </a:r>
            <a:r>
              <a:rPr sz="750" spc="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Account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850018" y="7270307"/>
            <a:ext cx="1747520" cy="248920"/>
            <a:chOff x="7850018" y="7270307"/>
            <a:chExt cx="1747520" cy="248920"/>
          </a:xfrm>
        </p:grpSpPr>
        <p:pic>
          <p:nvPicPr>
            <p:cNvPr id="10" name="object 10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7850018" y="7270307"/>
              <a:ext cx="248415" cy="2484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326148" y="7270307"/>
              <a:ext cx="248415" cy="2484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373636" y="7282728"/>
              <a:ext cx="223574" cy="2235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672621" y="7315571"/>
            <a:ext cx="24701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20" dirty="0">
                <a:latin typeface="Arial"/>
                <a:cs typeface="Arial"/>
              </a:rPr>
              <a:t>2026</a:t>
            </a:r>
            <a:endParaRPr sz="7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55409" y="7315571"/>
            <a:ext cx="71628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Health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Link</a:t>
            </a:r>
            <a:r>
              <a:rPr sz="750" spc="9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001</a:t>
            </a:r>
            <a:endParaRPr sz="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4088" y="7340412"/>
            <a:ext cx="151701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WF-07</a:t>
            </a:r>
            <a:r>
              <a:rPr sz="750" spc="7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/</a:t>
            </a:r>
            <a:r>
              <a:rPr sz="750" spc="7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Pharmacy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place</a:t>
            </a:r>
            <a:r>
              <a:rPr sz="750" spc="7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</a:t>
            </a:r>
            <a:r>
              <a:rPr sz="750" spc="7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order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2362" y="1105171"/>
            <a:ext cx="93726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&lt;&lt;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Back</a:t>
            </a:r>
            <a:r>
              <a:rPr sz="750" spc="29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products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19769" y="1747192"/>
            <a:ext cx="1739264" cy="5133975"/>
          </a:xfrm>
          <a:prstGeom prst="rect">
            <a:avLst/>
          </a:prstGeom>
          <a:ln w="828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750">
              <a:latin typeface="Times New Roman"/>
              <a:cs typeface="Times New Roman"/>
            </a:endParaRPr>
          </a:p>
          <a:p>
            <a:pPr marL="3683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Annotations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750">
              <a:latin typeface="Arial"/>
              <a:cs typeface="Arial"/>
            </a:endParaRPr>
          </a:p>
          <a:p>
            <a:pPr marL="247650" marR="240029" indent="82550" algn="ctr">
              <a:lnSpc>
                <a:spcPct val="105000"/>
              </a:lnSpc>
              <a:buAutoNum type="arabicPlain"/>
              <a:tabLst>
                <a:tab pos="330200" algn="l"/>
              </a:tabLst>
            </a:pPr>
            <a:r>
              <a:rPr sz="750" dirty="0">
                <a:latin typeface="Arial"/>
                <a:cs typeface="Arial"/>
              </a:rPr>
              <a:t>Product</a:t>
            </a:r>
            <a:r>
              <a:rPr sz="750" spc="9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details,</a:t>
            </a:r>
            <a:r>
              <a:rPr sz="750" spc="10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price</a:t>
            </a:r>
            <a:r>
              <a:rPr sz="750" spc="9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and</a:t>
            </a:r>
            <a:r>
              <a:rPr sz="750" dirty="0">
                <a:latin typeface="Arial"/>
                <a:cs typeface="Arial"/>
              </a:rPr>
              <a:t> prescription</a:t>
            </a:r>
            <a:r>
              <a:rPr sz="750" spc="20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requirement</a:t>
            </a:r>
            <a:r>
              <a:rPr sz="750" spc="20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are</a:t>
            </a:r>
            <a:r>
              <a:rPr sz="750" dirty="0">
                <a:latin typeface="Arial"/>
                <a:cs typeface="Arial"/>
              </a:rPr>
              <a:t> shown</a:t>
            </a:r>
            <a:r>
              <a:rPr sz="750" spc="11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together.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 marL="203835" marR="196215" indent="82550" algn="ctr">
              <a:lnSpc>
                <a:spcPct val="105000"/>
              </a:lnSpc>
              <a:buAutoNum type="arabicPlain"/>
              <a:tabLst>
                <a:tab pos="286385" algn="l"/>
              </a:tabLst>
            </a:pPr>
            <a:r>
              <a:rPr sz="750" dirty="0">
                <a:latin typeface="Arial"/>
                <a:cs typeface="Arial"/>
              </a:rPr>
              <a:t>Restricted</a:t>
            </a:r>
            <a:r>
              <a:rPr sz="750" spc="114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products</a:t>
            </a:r>
            <a:r>
              <a:rPr sz="750" spc="114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shows</a:t>
            </a:r>
            <a:r>
              <a:rPr sz="750" spc="114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a</a:t>
            </a:r>
            <a:r>
              <a:rPr sz="750" dirty="0">
                <a:latin typeface="Arial"/>
                <a:cs typeface="Arial"/>
              </a:rPr>
              <a:t> prescription</a:t>
            </a:r>
            <a:r>
              <a:rPr sz="750" spc="1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notice</a:t>
            </a:r>
            <a:r>
              <a:rPr sz="750" spc="1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before</a:t>
            </a:r>
            <a:r>
              <a:rPr sz="750" spc="13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the</a:t>
            </a:r>
            <a:r>
              <a:rPr sz="750" dirty="0">
                <a:latin typeface="Arial"/>
                <a:cs typeface="Arial"/>
              </a:rPr>
              <a:t> patient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proceeds.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 marL="131445" marR="124460" indent="82550" algn="ctr">
              <a:lnSpc>
                <a:spcPct val="105000"/>
              </a:lnSpc>
              <a:buAutoNum type="arabicPlain"/>
              <a:tabLst>
                <a:tab pos="213995" algn="l"/>
              </a:tabLst>
            </a:pPr>
            <a:r>
              <a:rPr sz="750" dirty="0">
                <a:latin typeface="Arial"/>
                <a:cs typeface="Arial"/>
              </a:rPr>
              <a:t>Button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depends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on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the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product. </a:t>
            </a:r>
            <a:r>
              <a:rPr sz="750" dirty="0">
                <a:latin typeface="Arial"/>
                <a:cs typeface="Arial"/>
              </a:rPr>
              <a:t>Sign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out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user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are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asked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sign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in</a:t>
            </a:r>
            <a:r>
              <a:rPr sz="750" dirty="0">
                <a:latin typeface="Arial"/>
                <a:cs typeface="Arial"/>
              </a:rPr>
              <a:t> first</a:t>
            </a:r>
            <a:r>
              <a:rPr sz="750" spc="10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(Customer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Account)</a:t>
            </a:r>
            <a:endParaRPr sz="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37422" y="5369925"/>
            <a:ext cx="1325245" cy="497205"/>
          </a:xfrm>
          <a:prstGeom prst="rect">
            <a:avLst/>
          </a:prstGeom>
          <a:ln w="8280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75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</a:pPr>
            <a:r>
              <a:rPr sz="750" spc="-50" dirty="0">
                <a:latin typeface="Arial"/>
                <a:cs typeface="Arial"/>
              </a:rPr>
              <a:t>1</a:t>
            </a:r>
            <a:endParaRPr sz="7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8873" y="1747192"/>
            <a:ext cx="1987550" cy="2298065"/>
          </a:xfrm>
          <a:custGeom>
            <a:avLst/>
            <a:rect l="l" t="t" r="r" b="b"/>
            <a:pathLst>
              <a:path w="1987550" h="2298065">
                <a:moveTo>
                  <a:pt x="0" y="0"/>
                </a:moveTo>
                <a:lnTo>
                  <a:pt x="1987327" y="2297847"/>
                </a:lnTo>
              </a:path>
              <a:path w="1987550" h="2298065">
                <a:moveTo>
                  <a:pt x="0" y="2297847"/>
                </a:moveTo>
                <a:lnTo>
                  <a:pt x="1987327" y="0"/>
                </a:lnTo>
              </a:path>
            </a:pathLst>
          </a:custGeom>
          <a:ln w="828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18873" y="1747192"/>
            <a:ext cx="1987550" cy="2298065"/>
          </a:xfrm>
          <a:prstGeom prst="rect">
            <a:avLst/>
          </a:prstGeom>
          <a:ln w="8280">
            <a:solidFill>
              <a:srgbClr val="99999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750">
              <a:latin typeface="Times New Roman"/>
              <a:cs typeface="Times New Roman"/>
            </a:endParaRPr>
          </a:p>
          <a:p>
            <a:pPr marL="673100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Product</a:t>
            </a:r>
            <a:r>
              <a:rPr sz="750" spc="32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Image</a:t>
            </a:r>
            <a:endParaRPr sz="7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37422" y="6197978"/>
            <a:ext cx="3312795" cy="497205"/>
          </a:xfrm>
          <a:prstGeom prst="rect">
            <a:avLst/>
          </a:prstGeom>
          <a:solidFill>
            <a:srgbClr val="B0DDF0"/>
          </a:solidFill>
          <a:ln w="8280">
            <a:solidFill>
              <a:srgbClr val="0F739D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750">
              <a:latin typeface="Times New Roman"/>
              <a:cs typeface="Times New Roman"/>
            </a:endParaRPr>
          </a:p>
          <a:p>
            <a:pPr marL="966469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Continue</a:t>
            </a:r>
            <a:r>
              <a:rPr sz="750" spc="1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for</a:t>
            </a:r>
            <a:r>
              <a:rPr sz="750" spc="1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prescription</a:t>
            </a:r>
            <a:r>
              <a:rPr sz="750" spc="13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check</a:t>
            </a:r>
            <a:endParaRPr sz="7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54617" y="3796624"/>
            <a:ext cx="5051425" cy="1159510"/>
          </a:xfrm>
          <a:prstGeom prst="rect">
            <a:avLst/>
          </a:prstGeom>
          <a:ln w="828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750">
              <a:latin typeface="Times New Roman"/>
              <a:cs typeface="Times New Roman"/>
            </a:endParaRPr>
          </a:p>
          <a:p>
            <a:pPr marL="424815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Prescription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required.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You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will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be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asked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verify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your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prescription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before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this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order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is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approved.</a:t>
            </a:r>
            <a:endParaRPr sz="7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82262" y="1784175"/>
            <a:ext cx="89535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dirty="0">
                <a:latin typeface="Arial"/>
                <a:cs typeface="Arial"/>
              </a:rPr>
              <a:t>Product</a:t>
            </a:r>
            <a:r>
              <a:rPr sz="900" b="1" spc="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name</a:t>
            </a:r>
            <a:r>
              <a:rPr sz="900" b="1" spc="30" dirty="0">
                <a:latin typeface="Arial"/>
                <a:cs typeface="Arial"/>
              </a:rPr>
              <a:t> </a:t>
            </a:r>
            <a:r>
              <a:rPr sz="900" b="1" spc="-60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51001" y="2488020"/>
            <a:ext cx="187642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product</a:t>
            </a:r>
            <a:r>
              <a:rPr sz="750" spc="114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description</a:t>
            </a:r>
            <a:r>
              <a:rPr sz="750" spc="114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114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usage</a:t>
            </a:r>
            <a:r>
              <a:rPr sz="750" spc="114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information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4532" y="3423720"/>
            <a:ext cx="27432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10" dirty="0">
                <a:latin typeface="Arial"/>
                <a:cs typeface="Arial"/>
              </a:rPr>
              <a:t>£</a:t>
            </a:r>
            <a:r>
              <a:rPr sz="750" b="1" spc="-10" dirty="0">
                <a:latin typeface="Arial"/>
                <a:cs typeface="Arial"/>
              </a:rPr>
              <a:t>0.00</a:t>
            </a:r>
            <a:endParaRPr sz="7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05641" y="7067154"/>
            <a:ext cx="245046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latin typeface="Arial"/>
                <a:cs typeface="Arial"/>
              </a:rPr>
              <a:t>product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with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no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prescription</a:t>
            </a:r>
            <a:r>
              <a:rPr sz="750" spc="39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shows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place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order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instead</a:t>
            </a:r>
            <a:endParaRPr sz="7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54235" y="5079827"/>
            <a:ext cx="39560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10" dirty="0">
                <a:latin typeface="Arial"/>
                <a:cs typeface="Arial"/>
              </a:rPr>
              <a:t>Quantity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4" y="4040"/>
            <a:ext cx="9728835" cy="7543800"/>
            <a:chOff x="4114" y="4040"/>
            <a:chExt cx="9728835" cy="7543800"/>
          </a:xfrm>
        </p:grpSpPr>
        <p:sp>
          <p:nvSpPr>
            <p:cNvPr id="3" name="object 3"/>
            <p:cNvSpPr/>
            <p:nvPr/>
          </p:nvSpPr>
          <p:spPr>
            <a:xfrm>
              <a:off x="8242" y="8168"/>
              <a:ext cx="9720580" cy="7515225"/>
            </a:xfrm>
            <a:custGeom>
              <a:avLst/>
              <a:rect l="l" t="t" r="r" b="b"/>
              <a:pathLst>
                <a:path w="9720580" h="7515225">
                  <a:moveTo>
                    <a:pt x="0" y="0"/>
                  </a:moveTo>
                  <a:lnTo>
                    <a:pt x="9720457" y="0"/>
                  </a:lnTo>
                  <a:lnTo>
                    <a:pt x="9720457" y="7514975"/>
                  </a:lnTo>
                  <a:lnTo>
                    <a:pt x="0" y="7514975"/>
                  </a:lnTo>
                  <a:lnTo>
                    <a:pt x="0" y="0"/>
                  </a:lnTo>
                  <a:close/>
                </a:path>
              </a:pathLst>
            </a:custGeom>
            <a:ln w="81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242" y="7298510"/>
              <a:ext cx="9720580" cy="245110"/>
            </a:xfrm>
            <a:custGeom>
              <a:avLst/>
              <a:rect l="l" t="t" r="r" b="b"/>
              <a:pathLst>
                <a:path w="9720580" h="245109">
                  <a:moveTo>
                    <a:pt x="9720457" y="245053"/>
                  </a:moveTo>
                  <a:lnTo>
                    <a:pt x="0" y="245053"/>
                  </a:lnTo>
                  <a:lnTo>
                    <a:pt x="0" y="0"/>
                  </a:lnTo>
                  <a:lnTo>
                    <a:pt x="9720457" y="0"/>
                  </a:lnTo>
                  <a:lnTo>
                    <a:pt x="9720457" y="2450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242" y="7298510"/>
              <a:ext cx="9720580" cy="245110"/>
            </a:xfrm>
            <a:custGeom>
              <a:avLst/>
              <a:rect l="l" t="t" r="r" b="b"/>
              <a:pathLst>
                <a:path w="9720580" h="245109">
                  <a:moveTo>
                    <a:pt x="0" y="0"/>
                  </a:moveTo>
                  <a:lnTo>
                    <a:pt x="9720457" y="0"/>
                  </a:lnTo>
                  <a:lnTo>
                    <a:pt x="9720457" y="245053"/>
                  </a:lnTo>
                  <a:lnTo>
                    <a:pt x="0" y="245053"/>
                  </a:lnTo>
                  <a:lnTo>
                    <a:pt x="0" y="0"/>
                  </a:lnTo>
                  <a:close/>
                </a:path>
              </a:pathLst>
            </a:custGeom>
            <a:ln w="81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04284" y="620354"/>
            <a:ext cx="70675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latin typeface="Arial"/>
                <a:cs typeface="Arial"/>
              </a:rPr>
              <a:t>Health</a:t>
            </a:r>
            <a:r>
              <a:rPr sz="750" spc="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Link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001</a:t>
            </a:r>
            <a:endParaRPr sz="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95595" y="620354"/>
            <a:ext cx="28702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spc="-20" dirty="0">
                <a:latin typeface="Arial"/>
                <a:cs typeface="Arial"/>
              </a:rPr>
              <a:t>Home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6765" y="620354"/>
            <a:ext cx="42862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latin typeface="Arial"/>
                <a:cs typeface="Arial"/>
              </a:rPr>
              <a:t>About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Us</a:t>
            </a:r>
            <a:endParaRPr sz="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9359" y="620354"/>
            <a:ext cx="49403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spc="-10" dirty="0">
                <a:latin typeface="Arial"/>
                <a:cs typeface="Arial"/>
              </a:rPr>
              <a:t>Pharmacy</a:t>
            </a:r>
            <a:endParaRPr sz="7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06880" y="620354"/>
            <a:ext cx="54292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latin typeface="Arial"/>
                <a:cs typeface="Arial"/>
              </a:rPr>
              <a:t>Contact</a:t>
            </a:r>
            <a:r>
              <a:rPr sz="750" b="1" spc="85" dirty="0">
                <a:latin typeface="Arial"/>
                <a:cs typeface="Arial"/>
              </a:rPr>
              <a:t> </a:t>
            </a:r>
            <a:r>
              <a:rPr sz="750" b="1" spc="-25" dirty="0">
                <a:latin typeface="Arial"/>
                <a:cs typeface="Arial"/>
              </a:rPr>
              <a:t>Us</a:t>
            </a:r>
            <a:endParaRPr sz="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43698" y="620354"/>
            <a:ext cx="53213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latin typeface="Arial"/>
                <a:cs typeface="Arial"/>
              </a:rPr>
              <a:t>My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Account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600817" y="7274005"/>
            <a:ext cx="1724025" cy="245110"/>
            <a:chOff x="7600817" y="7274005"/>
            <a:chExt cx="1724025" cy="245110"/>
          </a:xfrm>
        </p:grpSpPr>
        <p:pic>
          <p:nvPicPr>
            <p:cNvPr id="13" name="object 13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7600817" y="7274005"/>
              <a:ext cx="245053" cy="24505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070503" y="7274005"/>
              <a:ext cx="245053" cy="24505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103812" y="7286258"/>
              <a:ext cx="220548" cy="22054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398578" y="7318485"/>
            <a:ext cx="24384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spc="-20" dirty="0">
                <a:latin typeface="Arial"/>
                <a:cs typeface="Arial"/>
              </a:rPr>
              <a:t>2026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95134" y="7318485"/>
            <a:ext cx="70675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latin typeface="Arial"/>
                <a:cs typeface="Arial"/>
              </a:rPr>
              <a:t>Health</a:t>
            </a:r>
            <a:r>
              <a:rPr sz="750" spc="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Link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001</a:t>
            </a:r>
            <a:endParaRPr sz="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6516" y="7342990"/>
            <a:ext cx="1872614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latin typeface="Arial"/>
                <a:cs typeface="Arial"/>
              </a:rPr>
              <a:t>WF-08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/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Pharmacy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prescription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verification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68270" y="1825649"/>
            <a:ext cx="1715770" cy="5064760"/>
          </a:xfrm>
          <a:prstGeom prst="rect">
            <a:avLst/>
          </a:prstGeom>
          <a:ln w="816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750">
              <a:latin typeface="Times New Roman"/>
              <a:cs typeface="Times New Roman"/>
            </a:endParaRPr>
          </a:p>
          <a:p>
            <a:pPr marL="36322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Annotations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750">
              <a:latin typeface="Arial"/>
              <a:cs typeface="Arial"/>
            </a:endParaRPr>
          </a:p>
          <a:p>
            <a:pPr marL="203200" marR="196215" indent="81915" algn="ctr">
              <a:lnSpc>
                <a:spcPct val="107200"/>
              </a:lnSpc>
              <a:buAutoNum type="arabicPlain"/>
              <a:tabLst>
                <a:tab pos="285115" algn="l"/>
              </a:tabLst>
            </a:pPr>
            <a:r>
              <a:rPr sz="750" dirty="0">
                <a:latin typeface="Arial"/>
                <a:cs typeface="Arial"/>
              </a:rPr>
              <a:t>Patient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supplies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prescription </a:t>
            </a:r>
            <a:r>
              <a:rPr sz="750" dirty="0">
                <a:latin typeface="Arial"/>
                <a:cs typeface="Arial"/>
              </a:rPr>
              <a:t>details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for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restricted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products.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 marL="132715" marR="125095" indent="81915" algn="ctr">
              <a:lnSpc>
                <a:spcPct val="100000"/>
              </a:lnSpc>
              <a:buAutoNum type="arabicPlain"/>
              <a:tabLst>
                <a:tab pos="214629" algn="l"/>
              </a:tabLst>
            </a:pPr>
            <a:r>
              <a:rPr sz="750" dirty="0">
                <a:latin typeface="Arial"/>
                <a:cs typeface="Arial"/>
              </a:rPr>
              <a:t>Submission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sends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the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order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for</a:t>
            </a:r>
            <a:r>
              <a:rPr sz="750" dirty="0">
                <a:latin typeface="Arial"/>
                <a:cs typeface="Arial"/>
              </a:rPr>
              <a:t> verification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authorised</a:t>
            </a:r>
            <a:r>
              <a:rPr sz="750" spc="8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hospital staff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"/>
              <a:buAutoNum type="arabicPlain"/>
            </a:pPr>
            <a:endParaRPr sz="750">
              <a:latin typeface="Arial"/>
              <a:cs typeface="Arial"/>
            </a:endParaRPr>
          </a:p>
          <a:p>
            <a:pPr marL="118745" marR="111760" indent="81915" algn="ctr">
              <a:lnSpc>
                <a:spcPct val="100000"/>
              </a:lnSpc>
              <a:spcBef>
                <a:spcPts val="5"/>
              </a:spcBef>
              <a:buAutoNum type="arabicPlain"/>
              <a:tabLst>
                <a:tab pos="200660" algn="l"/>
              </a:tabLst>
            </a:pPr>
            <a:r>
              <a:rPr sz="750" dirty="0">
                <a:latin typeface="Arial"/>
                <a:cs typeface="Arial"/>
              </a:rPr>
              <a:t>Order</a:t>
            </a:r>
            <a:r>
              <a:rPr sz="750" spc="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is</a:t>
            </a:r>
            <a:r>
              <a:rPr sz="750" spc="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approved</a:t>
            </a:r>
            <a:r>
              <a:rPr sz="750" spc="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only</a:t>
            </a:r>
            <a:r>
              <a:rPr sz="750" spc="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once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the</a:t>
            </a:r>
            <a:r>
              <a:rPr sz="750" dirty="0">
                <a:latin typeface="Arial"/>
                <a:cs typeface="Arial"/>
              </a:rPr>
              <a:t> verification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is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complete.</a:t>
            </a:r>
            <a:endParaRPr sz="750">
              <a:latin typeface="Arial"/>
              <a:cs typeface="Arial"/>
            </a:endParaRPr>
          </a:p>
          <a:p>
            <a:pPr marL="318135" marR="310515" algn="ctr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Arial"/>
                <a:cs typeface="Arial"/>
              </a:rPr>
              <a:t>Verification</a:t>
            </a:r>
            <a:r>
              <a:rPr sz="750" spc="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method</a:t>
            </a:r>
            <a:r>
              <a:rPr sz="750" spc="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55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be</a:t>
            </a:r>
            <a:r>
              <a:rPr sz="750" spc="-10" dirty="0">
                <a:latin typeface="Arial"/>
                <a:cs typeface="Arial"/>
              </a:rPr>
              <a:t> confirmed</a:t>
            </a:r>
            <a:endParaRPr sz="7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75622" y="4500816"/>
            <a:ext cx="3267710" cy="490220"/>
          </a:xfrm>
          <a:prstGeom prst="rect">
            <a:avLst/>
          </a:prstGeom>
          <a:solidFill>
            <a:srgbClr val="B0DDF0"/>
          </a:solidFill>
          <a:ln w="8168">
            <a:solidFill>
              <a:srgbClr val="0F739D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75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Submit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for</a:t>
            </a:r>
            <a:r>
              <a:rPr sz="750" spc="5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verification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903958" y="2372934"/>
            <a:ext cx="4582795" cy="1805305"/>
            <a:chOff x="2903958" y="2372934"/>
            <a:chExt cx="4582795" cy="1805305"/>
          </a:xfrm>
        </p:grpSpPr>
        <p:sp>
          <p:nvSpPr>
            <p:cNvPr id="22" name="object 22"/>
            <p:cNvSpPr/>
            <p:nvPr/>
          </p:nvSpPr>
          <p:spPr>
            <a:xfrm>
              <a:off x="2908042" y="2377018"/>
              <a:ext cx="4574540" cy="490220"/>
            </a:xfrm>
            <a:custGeom>
              <a:avLst/>
              <a:rect l="l" t="t" r="r" b="b"/>
              <a:pathLst>
                <a:path w="4574540" h="490219">
                  <a:moveTo>
                    <a:pt x="0" y="0"/>
                  </a:moveTo>
                  <a:lnTo>
                    <a:pt x="4574332" y="0"/>
                  </a:lnTo>
                  <a:lnTo>
                    <a:pt x="4574332" y="490107"/>
                  </a:lnTo>
                  <a:lnTo>
                    <a:pt x="0" y="490107"/>
                  </a:lnTo>
                  <a:lnTo>
                    <a:pt x="0" y="0"/>
                  </a:lnTo>
                  <a:close/>
                </a:path>
              </a:pathLst>
            </a:custGeom>
            <a:ln w="81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903958" y="3516518"/>
              <a:ext cx="4582795" cy="661670"/>
            </a:xfrm>
            <a:custGeom>
              <a:avLst/>
              <a:rect l="l" t="t" r="r" b="b"/>
              <a:pathLst>
                <a:path w="4582795" h="661670">
                  <a:moveTo>
                    <a:pt x="167453" y="8168"/>
                  </a:moveTo>
                  <a:lnTo>
                    <a:pt x="159284" y="8168"/>
                  </a:lnTo>
                  <a:lnTo>
                    <a:pt x="159284" y="0"/>
                  </a:lnTo>
                  <a:lnTo>
                    <a:pt x="167453" y="0"/>
                  </a:lnTo>
                  <a:lnTo>
                    <a:pt x="167453" y="8168"/>
                  </a:lnTo>
                  <a:close/>
                </a:path>
                <a:path w="4582795" h="661670">
                  <a:moveTo>
                    <a:pt x="224632" y="8168"/>
                  </a:moveTo>
                  <a:lnTo>
                    <a:pt x="183790" y="8168"/>
                  </a:lnTo>
                  <a:lnTo>
                    <a:pt x="183790" y="0"/>
                  </a:lnTo>
                  <a:lnTo>
                    <a:pt x="224632" y="0"/>
                  </a:lnTo>
                  <a:lnTo>
                    <a:pt x="224632" y="8168"/>
                  </a:lnTo>
                  <a:close/>
                </a:path>
                <a:path w="4582795" h="661670">
                  <a:moveTo>
                    <a:pt x="249137" y="8168"/>
                  </a:moveTo>
                  <a:lnTo>
                    <a:pt x="240969" y="8168"/>
                  </a:lnTo>
                  <a:lnTo>
                    <a:pt x="240969" y="0"/>
                  </a:lnTo>
                  <a:lnTo>
                    <a:pt x="249137" y="0"/>
                  </a:lnTo>
                  <a:lnTo>
                    <a:pt x="249137" y="8168"/>
                  </a:lnTo>
                  <a:close/>
                </a:path>
                <a:path w="4582795" h="661670">
                  <a:moveTo>
                    <a:pt x="306316" y="8168"/>
                  </a:moveTo>
                  <a:lnTo>
                    <a:pt x="265474" y="8168"/>
                  </a:lnTo>
                  <a:lnTo>
                    <a:pt x="265474" y="0"/>
                  </a:lnTo>
                  <a:lnTo>
                    <a:pt x="306316" y="0"/>
                  </a:lnTo>
                  <a:lnTo>
                    <a:pt x="306316" y="8168"/>
                  </a:lnTo>
                  <a:close/>
                </a:path>
                <a:path w="4582795" h="661670">
                  <a:moveTo>
                    <a:pt x="330822" y="8168"/>
                  </a:moveTo>
                  <a:lnTo>
                    <a:pt x="322653" y="8168"/>
                  </a:lnTo>
                  <a:lnTo>
                    <a:pt x="322653" y="0"/>
                  </a:lnTo>
                  <a:lnTo>
                    <a:pt x="330822" y="0"/>
                  </a:lnTo>
                  <a:lnTo>
                    <a:pt x="330822" y="8168"/>
                  </a:lnTo>
                  <a:close/>
                </a:path>
                <a:path w="4582795" h="661670">
                  <a:moveTo>
                    <a:pt x="388001" y="8168"/>
                  </a:moveTo>
                  <a:lnTo>
                    <a:pt x="347159" y="8168"/>
                  </a:lnTo>
                  <a:lnTo>
                    <a:pt x="347159" y="0"/>
                  </a:lnTo>
                  <a:lnTo>
                    <a:pt x="388001" y="0"/>
                  </a:lnTo>
                  <a:lnTo>
                    <a:pt x="388001" y="8168"/>
                  </a:lnTo>
                  <a:close/>
                </a:path>
                <a:path w="4582795" h="661670">
                  <a:moveTo>
                    <a:pt x="412506" y="8168"/>
                  </a:moveTo>
                  <a:lnTo>
                    <a:pt x="404338" y="8168"/>
                  </a:lnTo>
                  <a:lnTo>
                    <a:pt x="404338" y="0"/>
                  </a:lnTo>
                  <a:lnTo>
                    <a:pt x="412506" y="0"/>
                  </a:lnTo>
                  <a:lnTo>
                    <a:pt x="412506" y="8168"/>
                  </a:lnTo>
                  <a:close/>
                </a:path>
                <a:path w="4582795" h="661670">
                  <a:moveTo>
                    <a:pt x="469685" y="8168"/>
                  </a:moveTo>
                  <a:lnTo>
                    <a:pt x="428843" y="8168"/>
                  </a:lnTo>
                  <a:lnTo>
                    <a:pt x="428843" y="0"/>
                  </a:lnTo>
                  <a:lnTo>
                    <a:pt x="469685" y="0"/>
                  </a:lnTo>
                  <a:lnTo>
                    <a:pt x="469685" y="8168"/>
                  </a:lnTo>
                  <a:close/>
                </a:path>
                <a:path w="4582795" h="661670">
                  <a:moveTo>
                    <a:pt x="494191" y="8168"/>
                  </a:moveTo>
                  <a:lnTo>
                    <a:pt x="486022" y="8168"/>
                  </a:lnTo>
                  <a:lnTo>
                    <a:pt x="486022" y="0"/>
                  </a:lnTo>
                  <a:lnTo>
                    <a:pt x="494191" y="0"/>
                  </a:lnTo>
                  <a:lnTo>
                    <a:pt x="494191" y="8168"/>
                  </a:lnTo>
                  <a:close/>
                </a:path>
                <a:path w="4582795" h="661670">
                  <a:moveTo>
                    <a:pt x="551370" y="8168"/>
                  </a:moveTo>
                  <a:lnTo>
                    <a:pt x="510528" y="8168"/>
                  </a:lnTo>
                  <a:lnTo>
                    <a:pt x="510528" y="0"/>
                  </a:lnTo>
                  <a:lnTo>
                    <a:pt x="551370" y="0"/>
                  </a:lnTo>
                  <a:lnTo>
                    <a:pt x="551370" y="8168"/>
                  </a:lnTo>
                  <a:close/>
                </a:path>
                <a:path w="4582795" h="661670">
                  <a:moveTo>
                    <a:pt x="575875" y="8168"/>
                  </a:moveTo>
                  <a:lnTo>
                    <a:pt x="567707" y="8168"/>
                  </a:lnTo>
                  <a:lnTo>
                    <a:pt x="567707" y="0"/>
                  </a:lnTo>
                  <a:lnTo>
                    <a:pt x="575875" y="0"/>
                  </a:lnTo>
                  <a:lnTo>
                    <a:pt x="575875" y="8168"/>
                  </a:lnTo>
                  <a:close/>
                </a:path>
                <a:path w="4582795" h="661670">
                  <a:moveTo>
                    <a:pt x="633054" y="8168"/>
                  </a:moveTo>
                  <a:lnTo>
                    <a:pt x="592212" y="8168"/>
                  </a:lnTo>
                  <a:lnTo>
                    <a:pt x="592212" y="0"/>
                  </a:lnTo>
                  <a:lnTo>
                    <a:pt x="633054" y="0"/>
                  </a:lnTo>
                  <a:lnTo>
                    <a:pt x="633054" y="8168"/>
                  </a:lnTo>
                  <a:close/>
                </a:path>
                <a:path w="4582795" h="661670">
                  <a:moveTo>
                    <a:pt x="657560" y="8168"/>
                  </a:moveTo>
                  <a:lnTo>
                    <a:pt x="649391" y="8168"/>
                  </a:lnTo>
                  <a:lnTo>
                    <a:pt x="649391" y="0"/>
                  </a:lnTo>
                  <a:lnTo>
                    <a:pt x="657560" y="0"/>
                  </a:lnTo>
                  <a:lnTo>
                    <a:pt x="657560" y="8168"/>
                  </a:lnTo>
                  <a:close/>
                </a:path>
                <a:path w="4582795" h="661670">
                  <a:moveTo>
                    <a:pt x="714739" y="8168"/>
                  </a:moveTo>
                  <a:lnTo>
                    <a:pt x="673897" y="8168"/>
                  </a:lnTo>
                  <a:lnTo>
                    <a:pt x="673897" y="0"/>
                  </a:lnTo>
                  <a:lnTo>
                    <a:pt x="714739" y="0"/>
                  </a:lnTo>
                  <a:lnTo>
                    <a:pt x="714739" y="8168"/>
                  </a:lnTo>
                  <a:close/>
                </a:path>
                <a:path w="4582795" h="661670">
                  <a:moveTo>
                    <a:pt x="739244" y="8168"/>
                  </a:moveTo>
                  <a:lnTo>
                    <a:pt x="731076" y="8168"/>
                  </a:lnTo>
                  <a:lnTo>
                    <a:pt x="731076" y="0"/>
                  </a:lnTo>
                  <a:lnTo>
                    <a:pt x="739244" y="0"/>
                  </a:lnTo>
                  <a:lnTo>
                    <a:pt x="739244" y="8168"/>
                  </a:lnTo>
                  <a:close/>
                </a:path>
                <a:path w="4582795" h="661670">
                  <a:moveTo>
                    <a:pt x="796423" y="8168"/>
                  </a:moveTo>
                  <a:lnTo>
                    <a:pt x="755581" y="8168"/>
                  </a:lnTo>
                  <a:lnTo>
                    <a:pt x="755581" y="0"/>
                  </a:lnTo>
                  <a:lnTo>
                    <a:pt x="796423" y="0"/>
                  </a:lnTo>
                  <a:lnTo>
                    <a:pt x="796423" y="8168"/>
                  </a:lnTo>
                  <a:close/>
                </a:path>
                <a:path w="4582795" h="661670">
                  <a:moveTo>
                    <a:pt x="820929" y="8168"/>
                  </a:moveTo>
                  <a:lnTo>
                    <a:pt x="812760" y="8168"/>
                  </a:lnTo>
                  <a:lnTo>
                    <a:pt x="812760" y="0"/>
                  </a:lnTo>
                  <a:lnTo>
                    <a:pt x="820929" y="0"/>
                  </a:lnTo>
                  <a:lnTo>
                    <a:pt x="820929" y="8168"/>
                  </a:lnTo>
                  <a:close/>
                </a:path>
                <a:path w="4582795" h="661670">
                  <a:moveTo>
                    <a:pt x="878108" y="8168"/>
                  </a:moveTo>
                  <a:lnTo>
                    <a:pt x="837266" y="8168"/>
                  </a:lnTo>
                  <a:lnTo>
                    <a:pt x="837266" y="0"/>
                  </a:lnTo>
                  <a:lnTo>
                    <a:pt x="878108" y="0"/>
                  </a:lnTo>
                  <a:lnTo>
                    <a:pt x="878108" y="8168"/>
                  </a:lnTo>
                  <a:close/>
                </a:path>
                <a:path w="4582795" h="661670">
                  <a:moveTo>
                    <a:pt x="902613" y="8168"/>
                  </a:moveTo>
                  <a:lnTo>
                    <a:pt x="894445" y="8168"/>
                  </a:lnTo>
                  <a:lnTo>
                    <a:pt x="894445" y="0"/>
                  </a:lnTo>
                  <a:lnTo>
                    <a:pt x="902613" y="0"/>
                  </a:lnTo>
                  <a:lnTo>
                    <a:pt x="902613" y="8168"/>
                  </a:lnTo>
                  <a:close/>
                </a:path>
                <a:path w="4582795" h="661670">
                  <a:moveTo>
                    <a:pt x="959792" y="8168"/>
                  </a:moveTo>
                  <a:lnTo>
                    <a:pt x="918950" y="8168"/>
                  </a:lnTo>
                  <a:lnTo>
                    <a:pt x="918950" y="0"/>
                  </a:lnTo>
                  <a:lnTo>
                    <a:pt x="959792" y="0"/>
                  </a:lnTo>
                  <a:lnTo>
                    <a:pt x="959792" y="8168"/>
                  </a:lnTo>
                  <a:close/>
                </a:path>
                <a:path w="4582795" h="661670">
                  <a:moveTo>
                    <a:pt x="984298" y="8168"/>
                  </a:moveTo>
                  <a:lnTo>
                    <a:pt x="976129" y="8168"/>
                  </a:lnTo>
                  <a:lnTo>
                    <a:pt x="976129" y="0"/>
                  </a:lnTo>
                  <a:lnTo>
                    <a:pt x="984298" y="0"/>
                  </a:lnTo>
                  <a:lnTo>
                    <a:pt x="984298" y="8168"/>
                  </a:lnTo>
                  <a:close/>
                </a:path>
                <a:path w="4582795" h="661670">
                  <a:moveTo>
                    <a:pt x="1041477" y="8168"/>
                  </a:moveTo>
                  <a:lnTo>
                    <a:pt x="1000635" y="8168"/>
                  </a:lnTo>
                  <a:lnTo>
                    <a:pt x="1000635" y="0"/>
                  </a:lnTo>
                  <a:lnTo>
                    <a:pt x="1041477" y="0"/>
                  </a:lnTo>
                  <a:lnTo>
                    <a:pt x="1041477" y="8168"/>
                  </a:lnTo>
                  <a:close/>
                </a:path>
                <a:path w="4582795" h="661670">
                  <a:moveTo>
                    <a:pt x="1065982" y="8168"/>
                  </a:moveTo>
                  <a:lnTo>
                    <a:pt x="1057814" y="8168"/>
                  </a:lnTo>
                  <a:lnTo>
                    <a:pt x="1057814" y="0"/>
                  </a:lnTo>
                  <a:lnTo>
                    <a:pt x="1065982" y="0"/>
                  </a:lnTo>
                  <a:lnTo>
                    <a:pt x="1065982" y="8168"/>
                  </a:lnTo>
                  <a:close/>
                </a:path>
                <a:path w="4582795" h="661670">
                  <a:moveTo>
                    <a:pt x="1123162" y="8168"/>
                  </a:moveTo>
                  <a:lnTo>
                    <a:pt x="1082319" y="8168"/>
                  </a:lnTo>
                  <a:lnTo>
                    <a:pt x="1082319" y="0"/>
                  </a:lnTo>
                  <a:lnTo>
                    <a:pt x="1123162" y="0"/>
                  </a:lnTo>
                  <a:lnTo>
                    <a:pt x="1123162" y="8168"/>
                  </a:lnTo>
                  <a:close/>
                </a:path>
                <a:path w="4582795" h="661670">
                  <a:moveTo>
                    <a:pt x="1147667" y="8168"/>
                  </a:moveTo>
                  <a:lnTo>
                    <a:pt x="1139498" y="8168"/>
                  </a:lnTo>
                  <a:lnTo>
                    <a:pt x="1139498" y="0"/>
                  </a:lnTo>
                  <a:lnTo>
                    <a:pt x="1147667" y="0"/>
                  </a:lnTo>
                  <a:lnTo>
                    <a:pt x="1147667" y="8168"/>
                  </a:lnTo>
                  <a:close/>
                </a:path>
                <a:path w="4582795" h="661670">
                  <a:moveTo>
                    <a:pt x="1204846" y="8168"/>
                  </a:moveTo>
                  <a:lnTo>
                    <a:pt x="1164004" y="8168"/>
                  </a:lnTo>
                  <a:lnTo>
                    <a:pt x="1164004" y="0"/>
                  </a:lnTo>
                  <a:lnTo>
                    <a:pt x="1204846" y="0"/>
                  </a:lnTo>
                  <a:lnTo>
                    <a:pt x="1204846" y="8168"/>
                  </a:lnTo>
                  <a:close/>
                </a:path>
                <a:path w="4582795" h="661670">
                  <a:moveTo>
                    <a:pt x="1229351" y="8168"/>
                  </a:moveTo>
                  <a:lnTo>
                    <a:pt x="1221183" y="8168"/>
                  </a:lnTo>
                  <a:lnTo>
                    <a:pt x="1221183" y="0"/>
                  </a:lnTo>
                  <a:lnTo>
                    <a:pt x="1229351" y="0"/>
                  </a:lnTo>
                  <a:lnTo>
                    <a:pt x="1229351" y="8168"/>
                  </a:lnTo>
                  <a:close/>
                </a:path>
                <a:path w="4582795" h="661670">
                  <a:moveTo>
                    <a:pt x="1286531" y="8168"/>
                  </a:moveTo>
                  <a:lnTo>
                    <a:pt x="1245688" y="8168"/>
                  </a:lnTo>
                  <a:lnTo>
                    <a:pt x="1245688" y="0"/>
                  </a:lnTo>
                  <a:lnTo>
                    <a:pt x="1286531" y="0"/>
                  </a:lnTo>
                  <a:lnTo>
                    <a:pt x="1286531" y="8168"/>
                  </a:lnTo>
                  <a:close/>
                </a:path>
                <a:path w="4582795" h="661670">
                  <a:moveTo>
                    <a:pt x="1311036" y="8168"/>
                  </a:moveTo>
                  <a:lnTo>
                    <a:pt x="1302867" y="8168"/>
                  </a:lnTo>
                  <a:lnTo>
                    <a:pt x="1302867" y="0"/>
                  </a:lnTo>
                  <a:lnTo>
                    <a:pt x="1311036" y="0"/>
                  </a:lnTo>
                  <a:lnTo>
                    <a:pt x="1311036" y="8168"/>
                  </a:lnTo>
                  <a:close/>
                </a:path>
                <a:path w="4582795" h="661670">
                  <a:moveTo>
                    <a:pt x="1368215" y="8168"/>
                  </a:moveTo>
                  <a:lnTo>
                    <a:pt x="1327373" y="8168"/>
                  </a:lnTo>
                  <a:lnTo>
                    <a:pt x="1327373" y="0"/>
                  </a:lnTo>
                  <a:lnTo>
                    <a:pt x="1368215" y="0"/>
                  </a:lnTo>
                  <a:lnTo>
                    <a:pt x="1368215" y="8168"/>
                  </a:lnTo>
                  <a:close/>
                </a:path>
                <a:path w="4582795" h="661670">
                  <a:moveTo>
                    <a:pt x="1392720" y="8168"/>
                  </a:moveTo>
                  <a:lnTo>
                    <a:pt x="1384552" y="8168"/>
                  </a:lnTo>
                  <a:lnTo>
                    <a:pt x="1384552" y="0"/>
                  </a:lnTo>
                  <a:lnTo>
                    <a:pt x="1392720" y="0"/>
                  </a:lnTo>
                  <a:lnTo>
                    <a:pt x="1392720" y="8168"/>
                  </a:lnTo>
                  <a:close/>
                </a:path>
                <a:path w="4582795" h="661670">
                  <a:moveTo>
                    <a:pt x="1449900" y="8168"/>
                  </a:moveTo>
                  <a:lnTo>
                    <a:pt x="1409057" y="8168"/>
                  </a:lnTo>
                  <a:lnTo>
                    <a:pt x="1409057" y="0"/>
                  </a:lnTo>
                  <a:lnTo>
                    <a:pt x="1449900" y="0"/>
                  </a:lnTo>
                  <a:lnTo>
                    <a:pt x="1449900" y="8168"/>
                  </a:lnTo>
                  <a:close/>
                </a:path>
                <a:path w="4582795" h="661670">
                  <a:moveTo>
                    <a:pt x="1474405" y="8168"/>
                  </a:moveTo>
                  <a:lnTo>
                    <a:pt x="1466236" y="8168"/>
                  </a:lnTo>
                  <a:lnTo>
                    <a:pt x="1466236" y="0"/>
                  </a:lnTo>
                  <a:lnTo>
                    <a:pt x="1474405" y="0"/>
                  </a:lnTo>
                  <a:lnTo>
                    <a:pt x="1474405" y="8168"/>
                  </a:lnTo>
                  <a:close/>
                </a:path>
                <a:path w="4582795" h="661670">
                  <a:moveTo>
                    <a:pt x="1531584" y="8168"/>
                  </a:moveTo>
                  <a:lnTo>
                    <a:pt x="1490742" y="8168"/>
                  </a:lnTo>
                  <a:lnTo>
                    <a:pt x="1490742" y="0"/>
                  </a:lnTo>
                  <a:lnTo>
                    <a:pt x="1531584" y="0"/>
                  </a:lnTo>
                  <a:lnTo>
                    <a:pt x="1531584" y="8168"/>
                  </a:lnTo>
                  <a:close/>
                </a:path>
                <a:path w="4582795" h="661670">
                  <a:moveTo>
                    <a:pt x="1556089" y="8168"/>
                  </a:moveTo>
                  <a:lnTo>
                    <a:pt x="1547921" y="8168"/>
                  </a:lnTo>
                  <a:lnTo>
                    <a:pt x="1547921" y="0"/>
                  </a:lnTo>
                  <a:lnTo>
                    <a:pt x="1556089" y="0"/>
                  </a:lnTo>
                  <a:lnTo>
                    <a:pt x="1556089" y="8168"/>
                  </a:lnTo>
                  <a:close/>
                </a:path>
                <a:path w="4582795" h="661670">
                  <a:moveTo>
                    <a:pt x="1613269" y="8168"/>
                  </a:moveTo>
                  <a:lnTo>
                    <a:pt x="1572426" y="8168"/>
                  </a:lnTo>
                  <a:lnTo>
                    <a:pt x="1572426" y="0"/>
                  </a:lnTo>
                  <a:lnTo>
                    <a:pt x="1613269" y="0"/>
                  </a:lnTo>
                  <a:lnTo>
                    <a:pt x="1613269" y="8168"/>
                  </a:lnTo>
                  <a:close/>
                </a:path>
                <a:path w="4582795" h="661670">
                  <a:moveTo>
                    <a:pt x="1637774" y="8168"/>
                  </a:moveTo>
                  <a:lnTo>
                    <a:pt x="1629605" y="8168"/>
                  </a:lnTo>
                  <a:lnTo>
                    <a:pt x="1629605" y="0"/>
                  </a:lnTo>
                  <a:lnTo>
                    <a:pt x="1637774" y="0"/>
                  </a:lnTo>
                  <a:lnTo>
                    <a:pt x="1637774" y="8168"/>
                  </a:lnTo>
                  <a:close/>
                </a:path>
                <a:path w="4582795" h="661670">
                  <a:moveTo>
                    <a:pt x="1694953" y="8168"/>
                  </a:moveTo>
                  <a:lnTo>
                    <a:pt x="1654111" y="8168"/>
                  </a:lnTo>
                  <a:lnTo>
                    <a:pt x="1654111" y="0"/>
                  </a:lnTo>
                  <a:lnTo>
                    <a:pt x="1694953" y="0"/>
                  </a:lnTo>
                  <a:lnTo>
                    <a:pt x="1694953" y="8168"/>
                  </a:lnTo>
                  <a:close/>
                </a:path>
                <a:path w="4582795" h="661670">
                  <a:moveTo>
                    <a:pt x="1719458" y="8168"/>
                  </a:moveTo>
                  <a:lnTo>
                    <a:pt x="1711290" y="8168"/>
                  </a:lnTo>
                  <a:lnTo>
                    <a:pt x="1711290" y="0"/>
                  </a:lnTo>
                  <a:lnTo>
                    <a:pt x="1719458" y="0"/>
                  </a:lnTo>
                  <a:lnTo>
                    <a:pt x="1719458" y="8168"/>
                  </a:lnTo>
                  <a:close/>
                </a:path>
                <a:path w="4582795" h="661670">
                  <a:moveTo>
                    <a:pt x="1776638" y="8168"/>
                  </a:moveTo>
                  <a:lnTo>
                    <a:pt x="1735795" y="8168"/>
                  </a:lnTo>
                  <a:lnTo>
                    <a:pt x="1735795" y="0"/>
                  </a:lnTo>
                  <a:lnTo>
                    <a:pt x="1776638" y="0"/>
                  </a:lnTo>
                  <a:lnTo>
                    <a:pt x="1776638" y="8168"/>
                  </a:lnTo>
                  <a:close/>
                </a:path>
                <a:path w="4582795" h="661670">
                  <a:moveTo>
                    <a:pt x="1801143" y="8168"/>
                  </a:moveTo>
                  <a:lnTo>
                    <a:pt x="1792974" y="8168"/>
                  </a:lnTo>
                  <a:lnTo>
                    <a:pt x="1792974" y="0"/>
                  </a:lnTo>
                  <a:lnTo>
                    <a:pt x="1801143" y="0"/>
                  </a:lnTo>
                  <a:lnTo>
                    <a:pt x="1801143" y="8168"/>
                  </a:lnTo>
                  <a:close/>
                </a:path>
                <a:path w="4582795" h="661670">
                  <a:moveTo>
                    <a:pt x="1858322" y="8168"/>
                  </a:moveTo>
                  <a:lnTo>
                    <a:pt x="1817480" y="8168"/>
                  </a:lnTo>
                  <a:lnTo>
                    <a:pt x="1817480" y="0"/>
                  </a:lnTo>
                  <a:lnTo>
                    <a:pt x="1858322" y="0"/>
                  </a:lnTo>
                  <a:lnTo>
                    <a:pt x="1858322" y="8168"/>
                  </a:lnTo>
                  <a:close/>
                </a:path>
                <a:path w="4582795" h="661670">
                  <a:moveTo>
                    <a:pt x="1882827" y="8168"/>
                  </a:moveTo>
                  <a:lnTo>
                    <a:pt x="1874659" y="8168"/>
                  </a:lnTo>
                  <a:lnTo>
                    <a:pt x="1874659" y="0"/>
                  </a:lnTo>
                  <a:lnTo>
                    <a:pt x="1882827" y="0"/>
                  </a:lnTo>
                  <a:lnTo>
                    <a:pt x="1882827" y="8168"/>
                  </a:lnTo>
                  <a:close/>
                </a:path>
                <a:path w="4582795" h="661670">
                  <a:moveTo>
                    <a:pt x="1940007" y="8168"/>
                  </a:moveTo>
                  <a:lnTo>
                    <a:pt x="1899164" y="8168"/>
                  </a:lnTo>
                  <a:lnTo>
                    <a:pt x="1899164" y="0"/>
                  </a:lnTo>
                  <a:lnTo>
                    <a:pt x="1940007" y="0"/>
                  </a:lnTo>
                  <a:lnTo>
                    <a:pt x="1940007" y="8168"/>
                  </a:lnTo>
                  <a:close/>
                </a:path>
                <a:path w="4582795" h="661670">
                  <a:moveTo>
                    <a:pt x="1964512" y="8168"/>
                  </a:moveTo>
                  <a:lnTo>
                    <a:pt x="1956344" y="8168"/>
                  </a:lnTo>
                  <a:lnTo>
                    <a:pt x="1956344" y="0"/>
                  </a:lnTo>
                  <a:lnTo>
                    <a:pt x="1964512" y="0"/>
                  </a:lnTo>
                  <a:lnTo>
                    <a:pt x="1964512" y="8168"/>
                  </a:lnTo>
                  <a:close/>
                </a:path>
                <a:path w="4582795" h="661670">
                  <a:moveTo>
                    <a:pt x="2021691" y="8168"/>
                  </a:moveTo>
                  <a:lnTo>
                    <a:pt x="1980849" y="8168"/>
                  </a:lnTo>
                  <a:lnTo>
                    <a:pt x="1980849" y="0"/>
                  </a:lnTo>
                  <a:lnTo>
                    <a:pt x="2021691" y="0"/>
                  </a:lnTo>
                  <a:lnTo>
                    <a:pt x="2021691" y="8168"/>
                  </a:lnTo>
                  <a:close/>
                </a:path>
                <a:path w="4582795" h="661670">
                  <a:moveTo>
                    <a:pt x="2046196" y="8168"/>
                  </a:moveTo>
                  <a:lnTo>
                    <a:pt x="2038028" y="8168"/>
                  </a:lnTo>
                  <a:lnTo>
                    <a:pt x="2038028" y="0"/>
                  </a:lnTo>
                  <a:lnTo>
                    <a:pt x="2046196" y="0"/>
                  </a:lnTo>
                  <a:lnTo>
                    <a:pt x="2046196" y="8168"/>
                  </a:lnTo>
                  <a:close/>
                </a:path>
                <a:path w="4582795" h="661670">
                  <a:moveTo>
                    <a:pt x="2103376" y="8168"/>
                  </a:moveTo>
                  <a:lnTo>
                    <a:pt x="2062533" y="8168"/>
                  </a:lnTo>
                  <a:lnTo>
                    <a:pt x="2062533" y="0"/>
                  </a:lnTo>
                  <a:lnTo>
                    <a:pt x="2103376" y="0"/>
                  </a:lnTo>
                  <a:lnTo>
                    <a:pt x="2103376" y="8168"/>
                  </a:lnTo>
                  <a:close/>
                </a:path>
                <a:path w="4582795" h="661670">
                  <a:moveTo>
                    <a:pt x="2127881" y="8168"/>
                  </a:moveTo>
                  <a:lnTo>
                    <a:pt x="2119713" y="8168"/>
                  </a:lnTo>
                  <a:lnTo>
                    <a:pt x="2119713" y="0"/>
                  </a:lnTo>
                  <a:lnTo>
                    <a:pt x="2127881" y="0"/>
                  </a:lnTo>
                  <a:lnTo>
                    <a:pt x="2127881" y="8168"/>
                  </a:lnTo>
                  <a:close/>
                </a:path>
                <a:path w="4582795" h="661670">
                  <a:moveTo>
                    <a:pt x="2185060" y="8168"/>
                  </a:moveTo>
                  <a:lnTo>
                    <a:pt x="2144218" y="8168"/>
                  </a:lnTo>
                  <a:lnTo>
                    <a:pt x="2144218" y="0"/>
                  </a:lnTo>
                  <a:lnTo>
                    <a:pt x="2185060" y="0"/>
                  </a:lnTo>
                  <a:lnTo>
                    <a:pt x="2185060" y="8168"/>
                  </a:lnTo>
                  <a:close/>
                </a:path>
                <a:path w="4582795" h="661670">
                  <a:moveTo>
                    <a:pt x="2209565" y="8168"/>
                  </a:moveTo>
                  <a:lnTo>
                    <a:pt x="2201397" y="8168"/>
                  </a:lnTo>
                  <a:lnTo>
                    <a:pt x="2201397" y="0"/>
                  </a:lnTo>
                  <a:lnTo>
                    <a:pt x="2209565" y="0"/>
                  </a:lnTo>
                  <a:lnTo>
                    <a:pt x="2209565" y="8168"/>
                  </a:lnTo>
                  <a:close/>
                </a:path>
                <a:path w="4582795" h="661670">
                  <a:moveTo>
                    <a:pt x="2266745" y="8168"/>
                  </a:moveTo>
                  <a:lnTo>
                    <a:pt x="2225902" y="8168"/>
                  </a:lnTo>
                  <a:lnTo>
                    <a:pt x="2225902" y="0"/>
                  </a:lnTo>
                  <a:lnTo>
                    <a:pt x="2266745" y="0"/>
                  </a:lnTo>
                  <a:lnTo>
                    <a:pt x="2266745" y="8168"/>
                  </a:lnTo>
                  <a:close/>
                </a:path>
                <a:path w="4582795" h="661670">
                  <a:moveTo>
                    <a:pt x="2291250" y="8168"/>
                  </a:moveTo>
                  <a:lnTo>
                    <a:pt x="2283082" y="8168"/>
                  </a:lnTo>
                  <a:lnTo>
                    <a:pt x="2283082" y="0"/>
                  </a:lnTo>
                  <a:lnTo>
                    <a:pt x="2291250" y="0"/>
                  </a:lnTo>
                  <a:lnTo>
                    <a:pt x="2291250" y="8168"/>
                  </a:lnTo>
                  <a:close/>
                </a:path>
                <a:path w="4582795" h="661670">
                  <a:moveTo>
                    <a:pt x="2348429" y="8168"/>
                  </a:moveTo>
                  <a:lnTo>
                    <a:pt x="2307587" y="8168"/>
                  </a:lnTo>
                  <a:lnTo>
                    <a:pt x="2307587" y="0"/>
                  </a:lnTo>
                  <a:lnTo>
                    <a:pt x="2348429" y="0"/>
                  </a:lnTo>
                  <a:lnTo>
                    <a:pt x="2348429" y="8168"/>
                  </a:lnTo>
                  <a:close/>
                </a:path>
                <a:path w="4582795" h="661670">
                  <a:moveTo>
                    <a:pt x="2372935" y="8168"/>
                  </a:moveTo>
                  <a:lnTo>
                    <a:pt x="2364766" y="8168"/>
                  </a:lnTo>
                  <a:lnTo>
                    <a:pt x="2364766" y="0"/>
                  </a:lnTo>
                  <a:lnTo>
                    <a:pt x="2372935" y="0"/>
                  </a:lnTo>
                  <a:lnTo>
                    <a:pt x="2372935" y="8168"/>
                  </a:lnTo>
                  <a:close/>
                </a:path>
                <a:path w="4582795" h="661670">
                  <a:moveTo>
                    <a:pt x="2430114" y="8168"/>
                  </a:moveTo>
                  <a:lnTo>
                    <a:pt x="2389271" y="8168"/>
                  </a:lnTo>
                  <a:lnTo>
                    <a:pt x="2389271" y="0"/>
                  </a:lnTo>
                  <a:lnTo>
                    <a:pt x="2430114" y="0"/>
                  </a:lnTo>
                  <a:lnTo>
                    <a:pt x="2430114" y="8168"/>
                  </a:lnTo>
                  <a:close/>
                </a:path>
                <a:path w="4582795" h="661670">
                  <a:moveTo>
                    <a:pt x="2454619" y="8168"/>
                  </a:moveTo>
                  <a:lnTo>
                    <a:pt x="2446451" y="8168"/>
                  </a:lnTo>
                  <a:lnTo>
                    <a:pt x="2446451" y="0"/>
                  </a:lnTo>
                  <a:lnTo>
                    <a:pt x="2454619" y="0"/>
                  </a:lnTo>
                  <a:lnTo>
                    <a:pt x="2454619" y="8168"/>
                  </a:lnTo>
                  <a:close/>
                </a:path>
                <a:path w="4582795" h="661670">
                  <a:moveTo>
                    <a:pt x="2511798" y="8168"/>
                  </a:moveTo>
                  <a:lnTo>
                    <a:pt x="2470956" y="8168"/>
                  </a:lnTo>
                  <a:lnTo>
                    <a:pt x="2470956" y="0"/>
                  </a:lnTo>
                  <a:lnTo>
                    <a:pt x="2511798" y="0"/>
                  </a:lnTo>
                  <a:lnTo>
                    <a:pt x="2511798" y="8168"/>
                  </a:lnTo>
                  <a:close/>
                </a:path>
                <a:path w="4582795" h="661670">
                  <a:moveTo>
                    <a:pt x="2536304" y="8168"/>
                  </a:moveTo>
                  <a:lnTo>
                    <a:pt x="2528135" y="8168"/>
                  </a:lnTo>
                  <a:lnTo>
                    <a:pt x="2528135" y="0"/>
                  </a:lnTo>
                  <a:lnTo>
                    <a:pt x="2536304" y="0"/>
                  </a:lnTo>
                  <a:lnTo>
                    <a:pt x="2536304" y="8168"/>
                  </a:lnTo>
                  <a:close/>
                </a:path>
                <a:path w="4582795" h="661670">
                  <a:moveTo>
                    <a:pt x="2593483" y="8168"/>
                  </a:moveTo>
                  <a:lnTo>
                    <a:pt x="2552640" y="8168"/>
                  </a:lnTo>
                  <a:lnTo>
                    <a:pt x="2552640" y="0"/>
                  </a:lnTo>
                  <a:lnTo>
                    <a:pt x="2593483" y="0"/>
                  </a:lnTo>
                  <a:lnTo>
                    <a:pt x="2593483" y="8168"/>
                  </a:lnTo>
                  <a:close/>
                </a:path>
                <a:path w="4582795" h="661670">
                  <a:moveTo>
                    <a:pt x="2617988" y="8168"/>
                  </a:moveTo>
                  <a:lnTo>
                    <a:pt x="2609820" y="8168"/>
                  </a:lnTo>
                  <a:lnTo>
                    <a:pt x="2609820" y="0"/>
                  </a:lnTo>
                  <a:lnTo>
                    <a:pt x="2617988" y="0"/>
                  </a:lnTo>
                  <a:lnTo>
                    <a:pt x="2617988" y="8168"/>
                  </a:lnTo>
                  <a:close/>
                </a:path>
                <a:path w="4582795" h="661670">
                  <a:moveTo>
                    <a:pt x="2675167" y="8168"/>
                  </a:moveTo>
                  <a:lnTo>
                    <a:pt x="2634325" y="8168"/>
                  </a:lnTo>
                  <a:lnTo>
                    <a:pt x="2634325" y="0"/>
                  </a:lnTo>
                  <a:lnTo>
                    <a:pt x="2675167" y="0"/>
                  </a:lnTo>
                  <a:lnTo>
                    <a:pt x="2675167" y="8168"/>
                  </a:lnTo>
                  <a:close/>
                </a:path>
                <a:path w="4582795" h="661670">
                  <a:moveTo>
                    <a:pt x="2699673" y="8168"/>
                  </a:moveTo>
                  <a:lnTo>
                    <a:pt x="2691504" y="8168"/>
                  </a:lnTo>
                  <a:lnTo>
                    <a:pt x="2691504" y="0"/>
                  </a:lnTo>
                  <a:lnTo>
                    <a:pt x="2699673" y="0"/>
                  </a:lnTo>
                  <a:lnTo>
                    <a:pt x="2699673" y="8168"/>
                  </a:lnTo>
                  <a:close/>
                </a:path>
                <a:path w="4582795" h="661670">
                  <a:moveTo>
                    <a:pt x="2756852" y="8168"/>
                  </a:moveTo>
                  <a:lnTo>
                    <a:pt x="2716009" y="8168"/>
                  </a:lnTo>
                  <a:lnTo>
                    <a:pt x="2716009" y="0"/>
                  </a:lnTo>
                  <a:lnTo>
                    <a:pt x="2756852" y="0"/>
                  </a:lnTo>
                  <a:lnTo>
                    <a:pt x="2756852" y="8168"/>
                  </a:lnTo>
                  <a:close/>
                </a:path>
                <a:path w="4582795" h="661670">
                  <a:moveTo>
                    <a:pt x="2781357" y="8168"/>
                  </a:moveTo>
                  <a:lnTo>
                    <a:pt x="2773189" y="8168"/>
                  </a:lnTo>
                  <a:lnTo>
                    <a:pt x="2773189" y="0"/>
                  </a:lnTo>
                  <a:lnTo>
                    <a:pt x="2781357" y="0"/>
                  </a:lnTo>
                  <a:lnTo>
                    <a:pt x="2781357" y="8168"/>
                  </a:lnTo>
                  <a:close/>
                </a:path>
                <a:path w="4582795" h="661670">
                  <a:moveTo>
                    <a:pt x="2838536" y="8168"/>
                  </a:moveTo>
                  <a:lnTo>
                    <a:pt x="2797694" y="8168"/>
                  </a:lnTo>
                  <a:lnTo>
                    <a:pt x="2797694" y="0"/>
                  </a:lnTo>
                  <a:lnTo>
                    <a:pt x="2838536" y="0"/>
                  </a:lnTo>
                  <a:lnTo>
                    <a:pt x="2838536" y="8168"/>
                  </a:lnTo>
                  <a:close/>
                </a:path>
                <a:path w="4582795" h="661670">
                  <a:moveTo>
                    <a:pt x="2863042" y="8168"/>
                  </a:moveTo>
                  <a:lnTo>
                    <a:pt x="2854873" y="8168"/>
                  </a:lnTo>
                  <a:lnTo>
                    <a:pt x="2854873" y="0"/>
                  </a:lnTo>
                  <a:lnTo>
                    <a:pt x="2863042" y="0"/>
                  </a:lnTo>
                  <a:lnTo>
                    <a:pt x="2863042" y="8168"/>
                  </a:lnTo>
                  <a:close/>
                </a:path>
                <a:path w="4582795" h="661670">
                  <a:moveTo>
                    <a:pt x="2920221" y="8168"/>
                  </a:moveTo>
                  <a:lnTo>
                    <a:pt x="2879378" y="8168"/>
                  </a:lnTo>
                  <a:lnTo>
                    <a:pt x="2879378" y="0"/>
                  </a:lnTo>
                  <a:lnTo>
                    <a:pt x="2920221" y="0"/>
                  </a:lnTo>
                  <a:lnTo>
                    <a:pt x="2920221" y="8168"/>
                  </a:lnTo>
                  <a:close/>
                </a:path>
                <a:path w="4582795" h="661670">
                  <a:moveTo>
                    <a:pt x="2944726" y="8168"/>
                  </a:moveTo>
                  <a:lnTo>
                    <a:pt x="2936558" y="8168"/>
                  </a:lnTo>
                  <a:lnTo>
                    <a:pt x="2936558" y="0"/>
                  </a:lnTo>
                  <a:lnTo>
                    <a:pt x="2944726" y="0"/>
                  </a:lnTo>
                  <a:lnTo>
                    <a:pt x="2944726" y="8168"/>
                  </a:lnTo>
                  <a:close/>
                </a:path>
                <a:path w="4582795" h="661670">
                  <a:moveTo>
                    <a:pt x="3001905" y="8168"/>
                  </a:moveTo>
                  <a:lnTo>
                    <a:pt x="2961063" y="8168"/>
                  </a:lnTo>
                  <a:lnTo>
                    <a:pt x="2961063" y="0"/>
                  </a:lnTo>
                  <a:lnTo>
                    <a:pt x="3001905" y="0"/>
                  </a:lnTo>
                  <a:lnTo>
                    <a:pt x="3001905" y="8168"/>
                  </a:lnTo>
                  <a:close/>
                </a:path>
                <a:path w="4582795" h="661670">
                  <a:moveTo>
                    <a:pt x="3026411" y="8168"/>
                  </a:moveTo>
                  <a:lnTo>
                    <a:pt x="3018242" y="8168"/>
                  </a:lnTo>
                  <a:lnTo>
                    <a:pt x="3018242" y="0"/>
                  </a:lnTo>
                  <a:lnTo>
                    <a:pt x="3026411" y="0"/>
                  </a:lnTo>
                  <a:lnTo>
                    <a:pt x="3026411" y="8168"/>
                  </a:lnTo>
                  <a:close/>
                </a:path>
                <a:path w="4582795" h="661670">
                  <a:moveTo>
                    <a:pt x="3083590" y="8168"/>
                  </a:moveTo>
                  <a:lnTo>
                    <a:pt x="3042748" y="8168"/>
                  </a:lnTo>
                  <a:lnTo>
                    <a:pt x="3042748" y="0"/>
                  </a:lnTo>
                  <a:lnTo>
                    <a:pt x="3083590" y="0"/>
                  </a:lnTo>
                  <a:lnTo>
                    <a:pt x="3083590" y="8168"/>
                  </a:lnTo>
                  <a:close/>
                </a:path>
                <a:path w="4582795" h="661670">
                  <a:moveTo>
                    <a:pt x="3108095" y="8168"/>
                  </a:moveTo>
                  <a:lnTo>
                    <a:pt x="3099927" y="8168"/>
                  </a:lnTo>
                  <a:lnTo>
                    <a:pt x="3099927" y="0"/>
                  </a:lnTo>
                  <a:lnTo>
                    <a:pt x="3108095" y="0"/>
                  </a:lnTo>
                  <a:lnTo>
                    <a:pt x="3108095" y="8168"/>
                  </a:lnTo>
                  <a:close/>
                </a:path>
                <a:path w="4582795" h="661670">
                  <a:moveTo>
                    <a:pt x="3165274" y="8168"/>
                  </a:moveTo>
                  <a:lnTo>
                    <a:pt x="3124432" y="8168"/>
                  </a:lnTo>
                  <a:lnTo>
                    <a:pt x="3124432" y="0"/>
                  </a:lnTo>
                  <a:lnTo>
                    <a:pt x="3165274" y="0"/>
                  </a:lnTo>
                  <a:lnTo>
                    <a:pt x="3165274" y="8168"/>
                  </a:lnTo>
                  <a:close/>
                </a:path>
                <a:path w="4582795" h="661670">
                  <a:moveTo>
                    <a:pt x="3189780" y="8168"/>
                  </a:moveTo>
                  <a:lnTo>
                    <a:pt x="3181611" y="8168"/>
                  </a:lnTo>
                  <a:lnTo>
                    <a:pt x="3181611" y="0"/>
                  </a:lnTo>
                  <a:lnTo>
                    <a:pt x="3189780" y="0"/>
                  </a:lnTo>
                  <a:lnTo>
                    <a:pt x="3189780" y="8168"/>
                  </a:lnTo>
                  <a:close/>
                </a:path>
                <a:path w="4582795" h="661670">
                  <a:moveTo>
                    <a:pt x="3246959" y="8168"/>
                  </a:moveTo>
                  <a:lnTo>
                    <a:pt x="3206117" y="8168"/>
                  </a:lnTo>
                  <a:lnTo>
                    <a:pt x="3206117" y="0"/>
                  </a:lnTo>
                  <a:lnTo>
                    <a:pt x="3246959" y="0"/>
                  </a:lnTo>
                  <a:lnTo>
                    <a:pt x="3246959" y="8168"/>
                  </a:lnTo>
                  <a:close/>
                </a:path>
                <a:path w="4582795" h="661670">
                  <a:moveTo>
                    <a:pt x="3271464" y="8168"/>
                  </a:moveTo>
                  <a:lnTo>
                    <a:pt x="3263296" y="8168"/>
                  </a:lnTo>
                  <a:lnTo>
                    <a:pt x="3263296" y="0"/>
                  </a:lnTo>
                  <a:lnTo>
                    <a:pt x="3271464" y="0"/>
                  </a:lnTo>
                  <a:lnTo>
                    <a:pt x="3271464" y="8168"/>
                  </a:lnTo>
                  <a:close/>
                </a:path>
                <a:path w="4582795" h="661670">
                  <a:moveTo>
                    <a:pt x="3328643" y="8168"/>
                  </a:moveTo>
                  <a:lnTo>
                    <a:pt x="3287801" y="8168"/>
                  </a:lnTo>
                  <a:lnTo>
                    <a:pt x="3287801" y="0"/>
                  </a:lnTo>
                  <a:lnTo>
                    <a:pt x="3328643" y="0"/>
                  </a:lnTo>
                  <a:lnTo>
                    <a:pt x="3328643" y="8168"/>
                  </a:lnTo>
                  <a:close/>
                </a:path>
                <a:path w="4582795" h="661670">
                  <a:moveTo>
                    <a:pt x="3353149" y="8168"/>
                  </a:moveTo>
                  <a:lnTo>
                    <a:pt x="3344980" y="8168"/>
                  </a:lnTo>
                  <a:lnTo>
                    <a:pt x="3344980" y="0"/>
                  </a:lnTo>
                  <a:lnTo>
                    <a:pt x="3353149" y="0"/>
                  </a:lnTo>
                  <a:lnTo>
                    <a:pt x="3353149" y="8168"/>
                  </a:lnTo>
                  <a:close/>
                </a:path>
                <a:path w="4582795" h="661670">
                  <a:moveTo>
                    <a:pt x="3410328" y="8168"/>
                  </a:moveTo>
                  <a:lnTo>
                    <a:pt x="3369486" y="8168"/>
                  </a:lnTo>
                  <a:lnTo>
                    <a:pt x="3369486" y="0"/>
                  </a:lnTo>
                  <a:lnTo>
                    <a:pt x="3410328" y="0"/>
                  </a:lnTo>
                  <a:lnTo>
                    <a:pt x="3410328" y="8168"/>
                  </a:lnTo>
                  <a:close/>
                </a:path>
                <a:path w="4582795" h="661670">
                  <a:moveTo>
                    <a:pt x="3434833" y="8168"/>
                  </a:moveTo>
                  <a:lnTo>
                    <a:pt x="3426665" y="8168"/>
                  </a:lnTo>
                  <a:lnTo>
                    <a:pt x="3426665" y="0"/>
                  </a:lnTo>
                  <a:lnTo>
                    <a:pt x="3434833" y="0"/>
                  </a:lnTo>
                  <a:lnTo>
                    <a:pt x="3434833" y="8168"/>
                  </a:lnTo>
                  <a:close/>
                </a:path>
                <a:path w="4582795" h="661670">
                  <a:moveTo>
                    <a:pt x="3492012" y="8168"/>
                  </a:moveTo>
                  <a:lnTo>
                    <a:pt x="3451170" y="8168"/>
                  </a:lnTo>
                  <a:lnTo>
                    <a:pt x="3451170" y="0"/>
                  </a:lnTo>
                  <a:lnTo>
                    <a:pt x="3492012" y="0"/>
                  </a:lnTo>
                  <a:lnTo>
                    <a:pt x="3492012" y="8168"/>
                  </a:lnTo>
                  <a:close/>
                </a:path>
                <a:path w="4582795" h="661670">
                  <a:moveTo>
                    <a:pt x="3516518" y="8168"/>
                  </a:moveTo>
                  <a:lnTo>
                    <a:pt x="3508349" y="8168"/>
                  </a:lnTo>
                  <a:lnTo>
                    <a:pt x="3508349" y="0"/>
                  </a:lnTo>
                  <a:lnTo>
                    <a:pt x="3516518" y="0"/>
                  </a:lnTo>
                  <a:lnTo>
                    <a:pt x="3516518" y="8168"/>
                  </a:lnTo>
                  <a:close/>
                </a:path>
                <a:path w="4582795" h="661670">
                  <a:moveTo>
                    <a:pt x="3573697" y="8168"/>
                  </a:moveTo>
                  <a:lnTo>
                    <a:pt x="3532855" y="8168"/>
                  </a:lnTo>
                  <a:lnTo>
                    <a:pt x="3532855" y="0"/>
                  </a:lnTo>
                  <a:lnTo>
                    <a:pt x="3573697" y="0"/>
                  </a:lnTo>
                  <a:lnTo>
                    <a:pt x="3573697" y="8168"/>
                  </a:lnTo>
                  <a:close/>
                </a:path>
                <a:path w="4582795" h="661670">
                  <a:moveTo>
                    <a:pt x="3598202" y="8168"/>
                  </a:moveTo>
                  <a:lnTo>
                    <a:pt x="3590034" y="8168"/>
                  </a:lnTo>
                  <a:lnTo>
                    <a:pt x="3590034" y="0"/>
                  </a:lnTo>
                  <a:lnTo>
                    <a:pt x="3598202" y="0"/>
                  </a:lnTo>
                  <a:lnTo>
                    <a:pt x="3598202" y="8168"/>
                  </a:lnTo>
                  <a:close/>
                </a:path>
                <a:path w="4582795" h="661670">
                  <a:moveTo>
                    <a:pt x="3655381" y="8168"/>
                  </a:moveTo>
                  <a:lnTo>
                    <a:pt x="3614539" y="8168"/>
                  </a:lnTo>
                  <a:lnTo>
                    <a:pt x="3614539" y="0"/>
                  </a:lnTo>
                  <a:lnTo>
                    <a:pt x="3655381" y="0"/>
                  </a:lnTo>
                  <a:lnTo>
                    <a:pt x="3655381" y="8168"/>
                  </a:lnTo>
                  <a:close/>
                </a:path>
                <a:path w="4582795" h="661670">
                  <a:moveTo>
                    <a:pt x="3679887" y="8168"/>
                  </a:moveTo>
                  <a:lnTo>
                    <a:pt x="3671718" y="8168"/>
                  </a:lnTo>
                  <a:lnTo>
                    <a:pt x="3671718" y="0"/>
                  </a:lnTo>
                  <a:lnTo>
                    <a:pt x="3679887" y="0"/>
                  </a:lnTo>
                  <a:lnTo>
                    <a:pt x="3679887" y="8168"/>
                  </a:lnTo>
                  <a:close/>
                </a:path>
                <a:path w="4582795" h="661670">
                  <a:moveTo>
                    <a:pt x="3737066" y="8168"/>
                  </a:moveTo>
                  <a:lnTo>
                    <a:pt x="3696223" y="8168"/>
                  </a:lnTo>
                  <a:lnTo>
                    <a:pt x="3696223" y="0"/>
                  </a:lnTo>
                  <a:lnTo>
                    <a:pt x="3737066" y="0"/>
                  </a:lnTo>
                  <a:lnTo>
                    <a:pt x="3737066" y="8168"/>
                  </a:lnTo>
                  <a:close/>
                </a:path>
                <a:path w="4582795" h="661670">
                  <a:moveTo>
                    <a:pt x="3761571" y="8168"/>
                  </a:moveTo>
                  <a:lnTo>
                    <a:pt x="3753403" y="8168"/>
                  </a:lnTo>
                  <a:lnTo>
                    <a:pt x="3753403" y="0"/>
                  </a:lnTo>
                  <a:lnTo>
                    <a:pt x="3761571" y="0"/>
                  </a:lnTo>
                  <a:lnTo>
                    <a:pt x="3761571" y="8168"/>
                  </a:lnTo>
                  <a:close/>
                </a:path>
                <a:path w="4582795" h="661670">
                  <a:moveTo>
                    <a:pt x="3818750" y="8168"/>
                  </a:moveTo>
                  <a:lnTo>
                    <a:pt x="3777908" y="8168"/>
                  </a:lnTo>
                  <a:lnTo>
                    <a:pt x="3777908" y="0"/>
                  </a:lnTo>
                  <a:lnTo>
                    <a:pt x="3818750" y="0"/>
                  </a:lnTo>
                  <a:lnTo>
                    <a:pt x="3818750" y="8168"/>
                  </a:lnTo>
                  <a:close/>
                </a:path>
                <a:path w="4582795" h="661670">
                  <a:moveTo>
                    <a:pt x="3843256" y="8168"/>
                  </a:moveTo>
                  <a:lnTo>
                    <a:pt x="3835087" y="8168"/>
                  </a:lnTo>
                  <a:lnTo>
                    <a:pt x="3835087" y="0"/>
                  </a:lnTo>
                  <a:lnTo>
                    <a:pt x="3843256" y="0"/>
                  </a:lnTo>
                  <a:lnTo>
                    <a:pt x="3843256" y="8168"/>
                  </a:lnTo>
                  <a:close/>
                </a:path>
                <a:path w="4582795" h="661670">
                  <a:moveTo>
                    <a:pt x="3900435" y="8168"/>
                  </a:moveTo>
                  <a:lnTo>
                    <a:pt x="3859593" y="8168"/>
                  </a:lnTo>
                  <a:lnTo>
                    <a:pt x="3859593" y="0"/>
                  </a:lnTo>
                  <a:lnTo>
                    <a:pt x="3900435" y="0"/>
                  </a:lnTo>
                  <a:lnTo>
                    <a:pt x="3900435" y="8168"/>
                  </a:lnTo>
                  <a:close/>
                </a:path>
                <a:path w="4582795" h="661670">
                  <a:moveTo>
                    <a:pt x="3924940" y="8168"/>
                  </a:moveTo>
                  <a:lnTo>
                    <a:pt x="3916772" y="8168"/>
                  </a:lnTo>
                  <a:lnTo>
                    <a:pt x="3916772" y="0"/>
                  </a:lnTo>
                  <a:lnTo>
                    <a:pt x="3924940" y="0"/>
                  </a:lnTo>
                  <a:lnTo>
                    <a:pt x="3924940" y="8168"/>
                  </a:lnTo>
                  <a:close/>
                </a:path>
                <a:path w="4582795" h="661670">
                  <a:moveTo>
                    <a:pt x="3982119" y="8168"/>
                  </a:moveTo>
                  <a:lnTo>
                    <a:pt x="3941277" y="8168"/>
                  </a:lnTo>
                  <a:lnTo>
                    <a:pt x="3941277" y="0"/>
                  </a:lnTo>
                  <a:lnTo>
                    <a:pt x="3982119" y="0"/>
                  </a:lnTo>
                  <a:lnTo>
                    <a:pt x="3982119" y="8168"/>
                  </a:lnTo>
                  <a:close/>
                </a:path>
                <a:path w="4582795" h="661670">
                  <a:moveTo>
                    <a:pt x="4006625" y="8168"/>
                  </a:moveTo>
                  <a:lnTo>
                    <a:pt x="3998456" y="8168"/>
                  </a:lnTo>
                  <a:lnTo>
                    <a:pt x="3998456" y="0"/>
                  </a:lnTo>
                  <a:lnTo>
                    <a:pt x="4006625" y="0"/>
                  </a:lnTo>
                  <a:lnTo>
                    <a:pt x="4006625" y="8168"/>
                  </a:lnTo>
                  <a:close/>
                </a:path>
                <a:path w="4582795" h="661670">
                  <a:moveTo>
                    <a:pt x="4063804" y="8168"/>
                  </a:moveTo>
                  <a:lnTo>
                    <a:pt x="4022962" y="8168"/>
                  </a:lnTo>
                  <a:lnTo>
                    <a:pt x="4022962" y="0"/>
                  </a:lnTo>
                  <a:lnTo>
                    <a:pt x="4063804" y="0"/>
                  </a:lnTo>
                  <a:lnTo>
                    <a:pt x="4063804" y="8168"/>
                  </a:lnTo>
                  <a:close/>
                </a:path>
                <a:path w="4582795" h="661670">
                  <a:moveTo>
                    <a:pt x="4088309" y="8168"/>
                  </a:moveTo>
                  <a:lnTo>
                    <a:pt x="4080141" y="8168"/>
                  </a:lnTo>
                  <a:lnTo>
                    <a:pt x="4080141" y="0"/>
                  </a:lnTo>
                  <a:lnTo>
                    <a:pt x="4088309" y="0"/>
                  </a:lnTo>
                  <a:lnTo>
                    <a:pt x="4088309" y="8168"/>
                  </a:lnTo>
                  <a:close/>
                </a:path>
                <a:path w="4582795" h="661670">
                  <a:moveTo>
                    <a:pt x="4145488" y="8168"/>
                  </a:moveTo>
                  <a:lnTo>
                    <a:pt x="4104646" y="8168"/>
                  </a:lnTo>
                  <a:lnTo>
                    <a:pt x="4104646" y="0"/>
                  </a:lnTo>
                  <a:lnTo>
                    <a:pt x="4145488" y="0"/>
                  </a:lnTo>
                  <a:lnTo>
                    <a:pt x="4145488" y="8168"/>
                  </a:lnTo>
                  <a:close/>
                </a:path>
                <a:path w="4582795" h="661670">
                  <a:moveTo>
                    <a:pt x="4169994" y="8168"/>
                  </a:moveTo>
                  <a:lnTo>
                    <a:pt x="4161825" y="8168"/>
                  </a:lnTo>
                  <a:lnTo>
                    <a:pt x="4161825" y="0"/>
                  </a:lnTo>
                  <a:lnTo>
                    <a:pt x="4169994" y="0"/>
                  </a:lnTo>
                  <a:lnTo>
                    <a:pt x="4169994" y="8168"/>
                  </a:lnTo>
                  <a:close/>
                </a:path>
                <a:path w="4582795" h="661670">
                  <a:moveTo>
                    <a:pt x="4227173" y="8168"/>
                  </a:moveTo>
                  <a:lnTo>
                    <a:pt x="4186331" y="8168"/>
                  </a:lnTo>
                  <a:lnTo>
                    <a:pt x="4186331" y="0"/>
                  </a:lnTo>
                  <a:lnTo>
                    <a:pt x="4227173" y="0"/>
                  </a:lnTo>
                  <a:lnTo>
                    <a:pt x="4227173" y="8168"/>
                  </a:lnTo>
                  <a:close/>
                </a:path>
                <a:path w="4582795" h="661670">
                  <a:moveTo>
                    <a:pt x="4251678" y="8168"/>
                  </a:moveTo>
                  <a:lnTo>
                    <a:pt x="4243510" y="8168"/>
                  </a:lnTo>
                  <a:lnTo>
                    <a:pt x="4243510" y="0"/>
                  </a:lnTo>
                  <a:lnTo>
                    <a:pt x="4251678" y="0"/>
                  </a:lnTo>
                  <a:lnTo>
                    <a:pt x="4251678" y="8168"/>
                  </a:lnTo>
                  <a:close/>
                </a:path>
                <a:path w="4582795" h="661670">
                  <a:moveTo>
                    <a:pt x="4308857" y="8168"/>
                  </a:moveTo>
                  <a:lnTo>
                    <a:pt x="4268015" y="8168"/>
                  </a:lnTo>
                  <a:lnTo>
                    <a:pt x="4268015" y="0"/>
                  </a:lnTo>
                  <a:lnTo>
                    <a:pt x="4308857" y="0"/>
                  </a:lnTo>
                  <a:lnTo>
                    <a:pt x="4308857" y="8168"/>
                  </a:lnTo>
                  <a:close/>
                </a:path>
                <a:path w="4582795" h="661670">
                  <a:moveTo>
                    <a:pt x="4333363" y="8168"/>
                  </a:moveTo>
                  <a:lnTo>
                    <a:pt x="4325194" y="8168"/>
                  </a:lnTo>
                  <a:lnTo>
                    <a:pt x="4325194" y="0"/>
                  </a:lnTo>
                  <a:lnTo>
                    <a:pt x="4333363" y="0"/>
                  </a:lnTo>
                  <a:lnTo>
                    <a:pt x="4333363" y="8168"/>
                  </a:lnTo>
                  <a:close/>
                </a:path>
                <a:path w="4582795" h="661670">
                  <a:moveTo>
                    <a:pt x="4390542" y="8168"/>
                  </a:moveTo>
                  <a:lnTo>
                    <a:pt x="4349700" y="8168"/>
                  </a:lnTo>
                  <a:lnTo>
                    <a:pt x="4349700" y="0"/>
                  </a:lnTo>
                  <a:lnTo>
                    <a:pt x="4390542" y="0"/>
                  </a:lnTo>
                  <a:lnTo>
                    <a:pt x="4390542" y="8168"/>
                  </a:lnTo>
                  <a:close/>
                </a:path>
                <a:path w="4582795" h="661670">
                  <a:moveTo>
                    <a:pt x="4415047" y="8168"/>
                  </a:moveTo>
                  <a:lnTo>
                    <a:pt x="4406879" y="8168"/>
                  </a:lnTo>
                  <a:lnTo>
                    <a:pt x="4406879" y="0"/>
                  </a:lnTo>
                  <a:lnTo>
                    <a:pt x="4415047" y="0"/>
                  </a:lnTo>
                  <a:lnTo>
                    <a:pt x="4415047" y="8168"/>
                  </a:lnTo>
                  <a:close/>
                </a:path>
                <a:path w="4582795" h="661670">
                  <a:moveTo>
                    <a:pt x="4472226" y="8168"/>
                  </a:moveTo>
                  <a:lnTo>
                    <a:pt x="4431384" y="8168"/>
                  </a:lnTo>
                  <a:lnTo>
                    <a:pt x="4431384" y="0"/>
                  </a:lnTo>
                  <a:lnTo>
                    <a:pt x="4472226" y="0"/>
                  </a:lnTo>
                  <a:lnTo>
                    <a:pt x="4472226" y="8168"/>
                  </a:lnTo>
                  <a:close/>
                </a:path>
                <a:path w="4582795" h="661670">
                  <a:moveTo>
                    <a:pt x="4495562" y="9401"/>
                  </a:moveTo>
                  <a:lnTo>
                    <a:pt x="4493018" y="8985"/>
                  </a:lnTo>
                  <a:lnTo>
                    <a:pt x="4490461" y="8673"/>
                  </a:lnTo>
                  <a:lnTo>
                    <a:pt x="4487891" y="8467"/>
                  </a:lnTo>
                  <a:lnTo>
                    <a:pt x="4488461" y="1341"/>
                  </a:lnTo>
                  <a:lnTo>
                    <a:pt x="4488543" y="325"/>
                  </a:lnTo>
                  <a:lnTo>
                    <a:pt x="4491336" y="548"/>
                  </a:lnTo>
                  <a:lnTo>
                    <a:pt x="4494117" y="887"/>
                  </a:lnTo>
                  <a:lnTo>
                    <a:pt x="4496884" y="1341"/>
                  </a:lnTo>
                  <a:lnTo>
                    <a:pt x="4495715" y="8467"/>
                  </a:lnTo>
                  <a:lnTo>
                    <a:pt x="4495630" y="8985"/>
                  </a:lnTo>
                  <a:lnTo>
                    <a:pt x="4495562" y="9401"/>
                  </a:lnTo>
                  <a:close/>
                </a:path>
                <a:path w="4582795" h="661670">
                  <a:moveTo>
                    <a:pt x="4544729" y="33655"/>
                  </a:moveTo>
                  <a:lnTo>
                    <a:pt x="4537143" y="27229"/>
                  </a:lnTo>
                  <a:lnTo>
                    <a:pt x="4529014" y="21701"/>
                  </a:lnTo>
                  <a:lnTo>
                    <a:pt x="4520342" y="17071"/>
                  </a:lnTo>
                  <a:lnTo>
                    <a:pt x="4511127" y="13338"/>
                  </a:lnTo>
                  <a:lnTo>
                    <a:pt x="4513799" y="5618"/>
                  </a:lnTo>
                  <a:lnTo>
                    <a:pt x="4523815" y="9676"/>
                  </a:lnTo>
                  <a:lnTo>
                    <a:pt x="4533241" y="14709"/>
                  </a:lnTo>
                  <a:lnTo>
                    <a:pt x="4542077" y="20718"/>
                  </a:lnTo>
                  <a:lnTo>
                    <a:pt x="4550323" y="27703"/>
                  </a:lnTo>
                  <a:lnTo>
                    <a:pt x="4544729" y="33655"/>
                  </a:lnTo>
                  <a:close/>
                </a:path>
                <a:path w="4582795" h="661670">
                  <a:moveTo>
                    <a:pt x="4559883" y="52046"/>
                  </a:moveTo>
                  <a:lnTo>
                    <a:pt x="4558475" y="49810"/>
                  </a:lnTo>
                  <a:lnTo>
                    <a:pt x="4556974" y="47637"/>
                  </a:lnTo>
                  <a:lnTo>
                    <a:pt x="4555381" y="45526"/>
                  </a:lnTo>
                  <a:lnTo>
                    <a:pt x="4561901" y="40604"/>
                  </a:lnTo>
                  <a:lnTo>
                    <a:pt x="4563632" y="42897"/>
                  </a:lnTo>
                  <a:lnTo>
                    <a:pt x="4565263" y="45261"/>
                  </a:lnTo>
                  <a:lnTo>
                    <a:pt x="4566759" y="47637"/>
                  </a:lnTo>
                  <a:lnTo>
                    <a:pt x="4566887" y="47637"/>
                  </a:lnTo>
                  <a:lnTo>
                    <a:pt x="4559883" y="52046"/>
                  </a:lnTo>
                  <a:close/>
                </a:path>
                <a:path w="4582795" h="661670">
                  <a:moveTo>
                    <a:pt x="4582501" y="104327"/>
                  </a:moveTo>
                  <a:lnTo>
                    <a:pt x="4574332" y="104327"/>
                  </a:lnTo>
                  <a:lnTo>
                    <a:pt x="4574332" y="102105"/>
                  </a:lnTo>
                  <a:lnTo>
                    <a:pt x="4573878" y="92776"/>
                  </a:lnTo>
                  <a:lnTo>
                    <a:pt x="4572516" y="83630"/>
                  </a:lnTo>
                  <a:lnTo>
                    <a:pt x="4570246" y="74665"/>
                  </a:lnTo>
                  <a:lnTo>
                    <a:pt x="4567067" y="65883"/>
                  </a:lnTo>
                  <a:lnTo>
                    <a:pt x="4574604" y="62732"/>
                  </a:lnTo>
                  <a:lnTo>
                    <a:pt x="4578059" y="72278"/>
                  </a:lnTo>
                  <a:lnTo>
                    <a:pt x="4580526" y="82022"/>
                  </a:lnTo>
                  <a:lnTo>
                    <a:pt x="4582007" y="91965"/>
                  </a:lnTo>
                  <a:lnTo>
                    <a:pt x="4582501" y="102105"/>
                  </a:lnTo>
                  <a:lnTo>
                    <a:pt x="4582501" y="104327"/>
                  </a:lnTo>
                  <a:close/>
                </a:path>
                <a:path w="4582795" h="661670">
                  <a:moveTo>
                    <a:pt x="4582501" y="128832"/>
                  </a:moveTo>
                  <a:lnTo>
                    <a:pt x="4574332" y="128832"/>
                  </a:lnTo>
                  <a:lnTo>
                    <a:pt x="4574332" y="120664"/>
                  </a:lnTo>
                  <a:lnTo>
                    <a:pt x="4582501" y="120664"/>
                  </a:lnTo>
                  <a:lnTo>
                    <a:pt x="4582501" y="128832"/>
                  </a:lnTo>
                  <a:close/>
                </a:path>
                <a:path w="4582795" h="661670">
                  <a:moveTo>
                    <a:pt x="4582501" y="186011"/>
                  </a:moveTo>
                  <a:lnTo>
                    <a:pt x="4574332" y="186011"/>
                  </a:lnTo>
                  <a:lnTo>
                    <a:pt x="4574332" y="145169"/>
                  </a:lnTo>
                  <a:lnTo>
                    <a:pt x="4582501" y="145169"/>
                  </a:lnTo>
                  <a:lnTo>
                    <a:pt x="4582501" y="186011"/>
                  </a:lnTo>
                  <a:close/>
                </a:path>
                <a:path w="4582795" h="661670">
                  <a:moveTo>
                    <a:pt x="4582501" y="210517"/>
                  </a:moveTo>
                  <a:lnTo>
                    <a:pt x="4574332" y="210517"/>
                  </a:lnTo>
                  <a:lnTo>
                    <a:pt x="4574332" y="202348"/>
                  </a:lnTo>
                  <a:lnTo>
                    <a:pt x="4582501" y="202348"/>
                  </a:lnTo>
                  <a:lnTo>
                    <a:pt x="4582501" y="210517"/>
                  </a:lnTo>
                  <a:close/>
                </a:path>
                <a:path w="4582795" h="661670">
                  <a:moveTo>
                    <a:pt x="4582501" y="267696"/>
                  </a:moveTo>
                  <a:lnTo>
                    <a:pt x="4574332" y="267696"/>
                  </a:lnTo>
                  <a:lnTo>
                    <a:pt x="4574332" y="226853"/>
                  </a:lnTo>
                  <a:lnTo>
                    <a:pt x="4582501" y="226853"/>
                  </a:lnTo>
                  <a:lnTo>
                    <a:pt x="4582501" y="267696"/>
                  </a:lnTo>
                  <a:close/>
                </a:path>
                <a:path w="4582795" h="661670">
                  <a:moveTo>
                    <a:pt x="4582501" y="292201"/>
                  </a:moveTo>
                  <a:lnTo>
                    <a:pt x="4574332" y="292201"/>
                  </a:lnTo>
                  <a:lnTo>
                    <a:pt x="4574332" y="284033"/>
                  </a:lnTo>
                  <a:lnTo>
                    <a:pt x="4582501" y="284033"/>
                  </a:lnTo>
                  <a:lnTo>
                    <a:pt x="4582501" y="292201"/>
                  </a:lnTo>
                  <a:close/>
                </a:path>
                <a:path w="4582795" h="661670">
                  <a:moveTo>
                    <a:pt x="4582501" y="349380"/>
                  </a:moveTo>
                  <a:lnTo>
                    <a:pt x="4574332" y="349380"/>
                  </a:lnTo>
                  <a:lnTo>
                    <a:pt x="4574332" y="308538"/>
                  </a:lnTo>
                  <a:lnTo>
                    <a:pt x="4582501" y="308538"/>
                  </a:lnTo>
                  <a:lnTo>
                    <a:pt x="4582501" y="349380"/>
                  </a:lnTo>
                  <a:close/>
                </a:path>
                <a:path w="4582795" h="661670">
                  <a:moveTo>
                    <a:pt x="4582501" y="373886"/>
                  </a:moveTo>
                  <a:lnTo>
                    <a:pt x="4574332" y="373886"/>
                  </a:lnTo>
                  <a:lnTo>
                    <a:pt x="4574332" y="365717"/>
                  </a:lnTo>
                  <a:lnTo>
                    <a:pt x="4582501" y="365717"/>
                  </a:lnTo>
                  <a:lnTo>
                    <a:pt x="4582501" y="373886"/>
                  </a:lnTo>
                  <a:close/>
                </a:path>
                <a:path w="4582795" h="661670">
                  <a:moveTo>
                    <a:pt x="4582501" y="431065"/>
                  </a:moveTo>
                  <a:lnTo>
                    <a:pt x="4574332" y="431065"/>
                  </a:lnTo>
                  <a:lnTo>
                    <a:pt x="4574332" y="390222"/>
                  </a:lnTo>
                  <a:lnTo>
                    <a:pt x="4582501" y="390222"/>
                  </a:lnTo>
                  <a:lnTo>
                    <a:pt x="4582501" y="431065"/>
                  </a:lnTo>
                  <a:close/>
                </a:path>
                <a:path w="4582795" h="661670">
                  <a:moveTo>
                    <a:pt x="4582501" y="455570"/>
                  </a:moveTo>
                  <a:lnTo>
                    <a:pt x="4574332" y="455570"/>
                  </a:lnTo>
                  <a:lnTo>
                    <a:pt x="4574332" y="447402"/>
                  </a:lnTo>
                  <a:lnTo>
                    <a:pt x="4582501" y="447402"/>
                  </a:lnTo>
                  <a:lnTo>
                    <a:pt x="4582501" y="455570"/>
                  </a:lnTo>
                  <a:close/>
                </a:path>
                <a:path w="4582795" h="661670">
                  <a:moveTo>
                    <a:pt x="4582501" y="512749"/>
                  </a:moveTo>
                  <a:lnTo>
                    <a:pt x="4574332" y="512749"/>
                  </a:lnTo>
                  <a:lnTo>
                    <a:pt x="4574332" y="471907"/>
                  </a:lnTo>
                  <a:lnTo>
                    <a:pt x="4582501" y="471907"/>
                  </a:lnTo>
                  <a:lnTo>
                    <a:pt x="4582501" y="512749"/>
                  </a:lnTo>
                  <a:close/>
                </a:path>
                <a:path w="4582795" h="661670">
                  <a:moveTo>
                    <a:pt x="4582501" y="537255"/>
                  </a:moveTo>
                  <a:lnTo>
                    <a:pt x="4574332" y="537255"/>
                  </a:lnTo>
                  <a:lnTo>
                    <a:pt x="4574332" y="529086"/>
                  </a:lnTo>
                  <a:lnTo>
                    <a:pt x="4582501" y="529086"/>
                  </a:lnTo>
                  <a:lnTo>
                    <a:pt x="4582501" y="537255"/>
                  </a:lnTo>
                  <a:close/>
                </a:path>
                <a:path w="4582795" h="661670">
                  <a:moveTo>
                    <a:pt x="4576058" y="595233"/>
                  </a:moveTo>
                  <a:lnTo>
                    <a:pt x="4568405" y="592378"/>
                  </a:lnTo>
                  <a:lnTo>
                    <a:pt x="4570998" y="584369"/>
                  </a:lnTo>
                  <a:lnTo>
                    <a:pt x="4572850" y="576226"/>
                  </a:lnTo>
                  <a:lnTo>
                    <a:pt x="4573863" y="568680"/>
                  </a:lnTo>
                  <a:lnTo>
                    <a:pt x="4573962" y="567949"/>
                  </a:lnTo>
                  <a:lnTo>
                    <a:pt x="4574332" y="559538"/>
                  </a:lnTo>
                  <a:lnTo>
                    <a:pt x="4574332" y="553592"/>
                  </a:lnTo>
                  <a:lnTo>
                    <a:pt x="4582501" y="553592"/>
                  </a:lnTo>
                  <a:lnTo>
                    <a:pt x="4582501" y="559538"/>
                  </a:lnTo>
                  <a:lnTo>
                    <a:pt x="4582130" y="567949"/>
                  </a:lnTo>
                  <a:lnTo>
                    <a:pt x="4582098" y="568680"/>
                  </a:lnTo>
                  <a:lnTo>
                    <a:pt x="4580890" y="577676"/>
                  </a:lnTo>
                  <a:lnTo>
                    <a:pt x="4578876" y="586528"/>
                  </a:lnTo>
                  <a:lnTo>
                    <a:pt x="4576058" y="595233"/>
                  </a:lnTo>
                  <a:close/>
                </a:path>
                <a:path w="4582795" h="661670">
                  <a:moveTo>
                    <a:pt x="4564212" y="617849"/>
                  </a:moveTo>
                  <a:lnTo>
                    <a:pt x="4557369" y="613086"/>
                  </a:lnTo>
                  <a:lnTo>
                    <a:pt x="4557575" y="613086"/>
                  </a:lnTo>
                  <a:lnTo>
                    <a:pt x="4559012" y="611022"/>
                  </a:lnTo>
                  <a:lnTo>
                    <a:pt x="4560422" y="608801"/>
                  </a:lnTo>
                  <a:lnTo>
                    <a:pt x="4561739" y="606521"/>
                  </a:lnTo>
                  <a:lnTo>
                    <a:pt x="4568813" y="610605"/>
                  </a:lnTo>
                  <a:lnTo>
                    <a:pt x="4567381" y="613086"/>
                  </a:lnTo>
                  <a:lnTo>
                    <a:pt x="4565847" y="615501"/>
                  </a:lnTo>
                  <a:lnTo>
                    <a:pt x="4564212" y="617849"/>
                  </a:lnTo>
                  <a:close/>
                </a:path>
                <a:path w="4582795" h="661670">
                  <a:moveTo>
                    <a:pt x="4517639" y="654609"/>
                  </a:moveTo>
                  <a:lnTo>
                    <a:pt x="4514660" y="647003"/>
                  </a:lnTo>
                  <a:lnTo>
                    <a:pt x="4523691" y="642918"/>
                  </a:lnTo>
                  <a:lnTo>
                    <a:pt x="4532147" y="637962"/>
                  </a:lnTo>
                  <a:lnTo>
                    <a:pt x="4540030" y="632136"/>
                  </a:lnTo>
                  <a:lnTo>
                    <a:pt x="4547337" y="625439"/>
                  </a:lnTo>
                  <a:lnTo>
                    <a:pt x="4553158" y="631169"/>
                  </a:lnTo>
                  <a:lnTo>
                    <a:pt x="4545214" y="638449"/>
                  </a:lnTo>
                  <a:lnTo>
                    <a:pt x="4536647" y="644782"/>
                  </a:lnTo>
                  <a:lnTo>
                    <a:pt x="4527455" y="650169"/>
                  </a:lnTo>
                  <a:lnTo>
                    <a:pt x="4517639" y="654609"/>
                  </a:lnTo>
                  <a:close/>
                </a:path>
                <a:path w="4582795" h="661670">
                  <a:moveTo>
                    <a:pt x="4492328" y="660944"/>
                  </a:moveTo>
                  <a:lnTo>
                    <a:pt x="4491373" y="652831"/>
                  </a:lnTo>
                  <a:lnTo>
                    <a:pt x="4493967" y="652526"/>
                  </a:lnTo>
                  <a:lnTo>
                    <a:pt x="4496544" y="652113"/>
                  </a:lnTo>
                  <a:lnTo>
                    <a:pt x="4499102" y="651594"/>
                  </a:lnTo>
                  <a:lnTo>
                    <a:pt x="4500728" y="659599"/>
                  </a:lnTo>
                  <a:lnTo>
                    <a:pt x="4497946" y="660164"/>
                  </a:lnTo>
                  <a:lnTo>
                    <a:pt x="4495146" y="660612"/>
                  </a:lnTo>
                  <a:lnTo>
                    <a:pt x="4492328" y="660944"/>
                  </a:lnTo>
                  <a:close/>
                </a:path>
                <a:path w="4582795" h="661670">
                  <a:moveTo>
                    <a:pt x="4475953" y="661644"/>
                  </a:moveTo>
                  <a:lnTo>
                    <a:pt x="4435110" y="661644"/>
                  </a:lnTo>
                  <a:lnTo>
                    <a:pt x="4435110" y="653476"/>
                  </a:lnTo>
                  <a:lnTo>
                    <a:pt x="4475953" y="653476"/>
                  </a:lnTo>
                  <a:lnTo>
                    <a:pt x="4475953" y="661644"/>
                  </a:lnTo>
                  <a:close/>
                </a:path>
                <a:path w="4582795" h="661670">
                  <a:moveTo>
                    <a:pt x="4418774" y="661644"/>
                  </a:moveTo>
                  <a:lnTo>
                    <a:pt x="4410605" y="661644"/>
                  </a:lnTo>
                  <a:lnTo>
                    <a:pt x="4410605" y="653476"/>
                  </a:lnTo>
                  <a:lnTo>
                    <a:pt x="4418774" y="653476"/>
                  </a:lnTo>
                  <a:lnTo>
                    <a:pt x="4418774" y="661644"/>
                  </a:lnTo>
                  <a:close/>
                </a:path>
                <a:path w="4582795" h="661670">
                  <a:moveTo>
                    <a:pt x="4394268" y="661644"/>
                  </a:moveTo>
                  <a:lnTo>
                    <a:pt x="4353426" y="661644"/>
                  </a:lnTo>
                  <a:lnTo>
                    <a:pt x="4353426" y="653476"/>
                  </a:lnTo>
                  <a:lnTo>
                    <a:pt x="4394268" y="653476"/>
                  </a:lnTo>
                  <a:lnTo>
                    <a:pt x="4394268" y="661644"/>
                  </a:lnTo>
                  <a:close/>
                </a:path>
                <a:path w="4582795" h="661670">
                  <a:moveTo>
                    <a:pt x="4337089" y="661644"/>
                  </a:moveTo>
                  <a:lnTo>
                    <a:pt x="4328921" y="661644"/>
                  </a:lnTo>
                  <a:lnTo>
                    <a:pt x="4328921" y="653476"/>
                  </a:lnTo>
                  <a:lnTo>
                    <a:pt x="4337089" y="653476"/>
                  </a:lnTo>
                  <a:lnTo>
                    <a:pt x="4337089" y="661644"/>
                  </a:lnTo>
                  <a:close/>
                </a:path>
                <a:path w="4582795" h="661670">
                  <a:moveTo>
                    <a:pt x="4312584" y="661644"/>
                  </a:moveTo>
                  <a:lnTo>
                    <a:pt x="4271741" y="661644"/>
                  </a:lnTo>
                  <a:lnTo>
                    <a:pt x="4271741" y="653476"/>
                  </a:lnTo>
                  <a:lnTo>
                    <a:pt x="4312584" y="653476"/>
                  </a:lnTo>
                  <a:lnTo>
                    <a:pt x="4312584" y="661644"/>
                  </a:lnTo>
                  <a:close/>
                </a:path>
                <a:path w="4582795" h="661670">
                  <a:moveTo>
                    <a:pt x="4255405" y="661644"/>
                  </a:moveTo>
                  <a:lnTo>
                    <a:pt x="4247236" y="661644"/>
                  </a:lnTo>
                  <a:lnTo>
                    <a:pt x="4247236" y="653476"/>
                  </a:lnTo>
                  <a:lnTo>
                    <a:pt x="4255405" y="653476"/>
                  </a:lnTo>
                  <a:lnTo>
                    <a:pt x="4255405" y="661644"/>
                  </a:lnTo>
                  <a:close/>
                </a:path>
                <a:path w="4582795" h="661670">
                  <a:moveTo>
                    <a:pt x="4230899" y="661644"/>
                  </a:moveTo>
                  <a:lnTo>
                    <a:pt x="4190057" y="661644"/>
                  </a:lnTo>
                  <a:lnTo>
                    <a:pt x="4190057" y="653476"/>
                  </a:lnTo>
                  <a:lnTo>
                    <a:pt x="4230899" y="653476"/>
                  </a:lnTo>
                  <a:lnTo>
                    <a:pt x="4230899" y="661644"/>
                  </a:lnTo>
                  <a:close/>
                </a:path>
                <a:path w="4582795" h="661670">
                  <a:moveTo>
                    <a:pt x="4173720" y="661644"/>
                  </a:moveTo>
                  <a:lnTo>
                    <a:pt x="4165552" y="661644"/>
                  </a:lnTo>
                  <a:lnTo>
                    <a:pt x="4165552" y="653476"/>
                  </a:lnTo>
                  <a:lnTo>
                    <a:pt x="4173720" y="653476"/>
                  </a:lnTo>
                  <a:lnTo>
                    <a:pt x="4173720" y="661644"/>
                  </a:lnTo>
                  <a:close/>
                </a:path>
                <a:path w="4582795" h="661670">
                  <a:moveTo>
                    <a:pt x="4149215" y="661644"/>
                  </a:moveTo>
                  <a:lnTo>
                    <a:pt x="4108372" y="661644"/>
                  </a:lnTo>
                  <a:lnTo>
                    <a:pt x="4108372" y="653476"/>
                  </a:lnTo>
                  <a:lnTo>
                    <a:pt x="4149215" y="653476"/>
                  </a:lnTo>
                  <a:lnTo>
                    <a:pt x="4149215" y="661644"/>
                  </a:lnTo>
                  <a:close/>
                </a:path>
                <a:path w="4582795" h="661670">
                  <a:moveTo>
                    <a:pt x="4092036" y="661644"/>
                  </a:moveTo>
                  <a:lnTo>
                    <a:pt x="4083867" y="661644"/>
                  </a:lnTo>
                  <a:lnTo>
                    <a:pt x="4083867" y="653476"/>
                  </a:lnTo>
                  <a:lnTo>
                    <a:pt x="4092036" y="653476"/>
                  </a:lnTo>
                  <a:lnTo>
                    <a:pt x="4092036" y="661644"/>
                  </a:lnTo>
                  <a:close/>
                </a:path>
                <a:path w="4582795" h="661670">
                  <a:moveTo>
                    <a:pt x="4067530" y="661644"/>
                  </a:moveTo>
                  <a:lnTo>
                    <a:pt x="4026688" y="661644"/>
                  </a:lnTo>
                  <a:lnTo>
                    <a:pt x="4026688" y="653476"/>
                  </a:lnTo>
                  <a:lnTo>
                    <a:pt x="4067530" y="653476"/>
                  </a:lnTo>
                  <a:lnTo>
                    <a:pt x="4067530" y="661644"/>
                  </a:lnTo>
                  <a:close/>
                </a:path>
                <a:path w="4582795" h="661670">
                  <a:moveTo>
                    <a:pt x="4010351" y="661644"/>
                  </a:moveTo>
                  <a:lnTo>
                    <a:pt x="4002183" y="661644"/>
                  </a:lnTo>
                  <a:lnTo>
                    <a:pt x="4002183" y="653476"/>
                  </a:lnTo>
                  <a:lnTo>
                    <a:pt x="4010351" y="653476"/>
                  </a:lnTo>
                  <a:lnTo>
                    <a:pt x="4010351" y="661644"/>
                  </a:lnTo>
                  <a:close/>
                </a:path>
                <a:path w="4582795" h="661670">
                  <a:moveTo>
                    <a:pt x="3985846" y="661644"/>
                  </a:moveTo>
                  <a:lnTo>
                    <a:pt x="3945003" y="661644"/>
                  </a:lnTo>
                  <a:lnTo>
                    <a:pt x="3945003" y="653476"/>
                  </a:lnTo>
                  <a:lnTo>
                    <a:pt x="3985846" y="653476"/>
                  </a:lnTo>
                  <a:lnTo>
                    <a:pt x="3985846" y="661644"/>
                  </a:lnTo>
                  <a:close/>
                </a:path>
                <a:path w="4582795" h="661670">
                  <a:moveTo>
                    <a:pt x="3928666" y="661644"/>
                  </a:moveTo>
                  <a:lnTo>
                    <a:pt x="3920498" y="661644"/>
                  </a:lnTo>
                  <a:lnTo>
                    <a:pt x="3920498" y="653476"/>
                  </a:lnTo>
                  <a:lnTo>
                    <a:pt x="3928666" y="653476"/>
                  </a:lnTo>
                  <a:lnTo>
                    <a:pt x="3928666" y="661644"/>
                  </a:lnTo>
                  <a:close/>
                </a:path>
                <a:path w="4582795" h="661670">
                  <a:moveTo>
                    <a:pt x="3904161" y="661644"/>
                  </a:moveTo>
                  <a:lnTo>
                    <a:pt x="3863319" y="661644"/>
                  </a:lnTo>
                  <a:lnTo>
                    <a:pt x="3863319" y="653476"/>
                  </a:lnTo>
                  <a:lnTo>
                    <a:pt x="3904161" y="653476"/>
                  </a:lnTo>
                  <a:lnTo>
                    <a:pt x="3904161" y="661644"/>
                  </a:lnTo>
                  <a:close/>
                </a:path>
                <a:path w="4582795" h="661670">
                  <a:moveTo>
                    <a:pt x="3846982" y="661644"/>
                  </a:moveTo>
                  <a:lnTo>
                    <a:pt x="3838814" y="661644"/>
                  </a:lnTo>
                  <a:lnTo>
                    <a:pt x="3838814" y="653476"/>
                  </a:lnTo>
                  <a:lnTo>
                    <a:pt x="3846982" y="653476"/>
                  </a:lnTo>
                  <a:lnTo>
                    <a:pt x="3846982" y="661644"/>
                  </a:lnTo>
                  <a:close/>
                </a:path>
                <a:path w="4582795" h="661670">
                  <a:moveTo>
                    <a:pt x="3822477" y="661644"/>
                  </a:moveTo>
                  <a:lnTo>
                    <a:pt x="3781634" y="661644"/>
                  </a:lnTo>
                  <a:lnTo>
                    <a:pt x="3781634" y="653476"/>
                  </a:lnTo>
                  <a:lnTo>
                    <a:pt x="3822477" y="653476"/>
                  </a:lnTo>
                  <a:lnTo>
                    <a:pt x="3822477" y="661644"/>
                  </a:lnTo>
                  <a:close/>
                </a:path>
                <a:path w="4582795" h="661670">
                  <a:moveTo>
                    <a:pt x="3765297" y="661644"/>
                  </a:moveTo>
                  <a:lnTo>
                    <a:pt x="3757129" y="661644"/>
                  </a:lnTo>
                  <a:lnTo>
                    <a:pt x="3757129" y="653476"/>
                  </a:lnTo>
                  <a:lnTo>
                    <a:pt x="3765297" y="653476"/>
                  </a:lnTo>
                  <a:lnTo>
                    <a:pt x="3765297" y="661644"/>
                  </a:lnTo>
                  <a:close/>
                </a:path>
                <a:path w="4582795" h="661670">
                  <a:moveTo>
                    <a:pt x="3740792" y="661644"/>
                  </a:moveTo>
                  <a:lnTo>
                    <a:pt x="3699950" y="661644"/>
                  </a:lnTo>
                  <a:lnTo>
                    <a:pt x="3699950" y="653476"/>
                  </a:lnTo>
                  <a:lnTo>
                    <a:pt x="3740792" y="653476"/>
                  </a:lnTo>
                  <a:lnTo>
                    <a:pt x="3740792" y="661644"/>
                  </a:lnTo>
                  <a:close/>
                </a:path>
                <a:path w="4582795" h="661670">
                  <a:moveTo>
                    <a:pt x="3683613" y="661644"/>
                  </a:moveTo>
                  <a:lnTo>
                    <a:pt x="3675445" y="661644"/>
                  </a:lnTo>
                  <a:lnTo>
                    <a:pt x="3675445" y="653476"/>
                  </a:lnTo>
                  <a:lnTo>
                    <a:pt x="3683613" y="653476"/>
                  </a:lnTo>
                  <a:lnTo>
                    <a:pt x="3683613" y="661644"/>
                  </a:lnTo>
                  <a:close/>
                </a:path>
                <a:path w="4582795" h="661670">
                  <a:moveTo>
                    <a:pt x="3659108" y="661644"/>
                  </a:moveTo>
                  <a:lnTo>
                    <a:pt x="3618265" y="661644"/>
                  </a:lnTo>
                  <a:lnTo>
                    <a:pt x="3618265" y="653476"/>
                  </a:lnTo>
                  <a:lnTo>
                    <a:pt x="3659108" y="653476"/>
                  </a:lnTo>
                  <a:lnTo>
                    <a:pt x="3659108" y="661644"/>
                  </a:lnTo>
                  <a:close/>
                </a:path>
                <a:path w="4582795" h="661670">
                  <a:moveTo>
                    <a:pt x="3601928" y="661644"/>
                  </a:moveTo>
                  <a:lnTo>
                    <a:pt x="3593760" y="661644"/>
                  </a:lnTo>
                  <a:lnTo>
                    <a:pt x="3593760" y="653476"/>
                  </a:lnTo>
                  <a:lnTo>
                    <a:pt x="3601928" y="653476"/>
                  </a:lnTo>
                  <a:lnTo>
                    <a:pt x="3601928" y="661644"/>
                  </a:lnTo>
                  <a:close/>
                </a:path>
                <a:path w="4582795" h="661670">
                  <a:moveTo>
                    <a:pt x="3577423" y="661644"/>
                  </a:moveTo>
                  <a:lnTo>
                    <a:pt x="3536581" y="661644"/>
                  </a:lnTo>
                  <a:lnTo>
                    <a:pt x="3536581" y="653476"/>
                  </a:lnTo>
                  <a:lnTo>
                    <a:pt x="3577423" y="653476"/>
                  </a:lnTo>
                  <a:lnTo>
                    <a:pt x="3577423" y="661644"/>
                  </a:lnTo>
                  <a:close/>
                </a:path>
                <a:path w="4582795" h="661670">
                  <a:moveTo>
                    <a:pt x="3520244" y="661644"/>
                  </a:moveTo>
                  <a:lnTo>
                    <a:pt x="3512075" y="661644"/>
                  </a:lnTo>
                  <a:lnTo>
                    <a:pt x="3512075" y="653476"/>
                  </a:lnTo>
                  <a:lnTo>
                    <a:pt x="3520244" y="653476"/>
                  </a:lnTo>
                  <a:lnTo>
                    <a:pt x="3520244" y="661644"/>
                  </a:lnTo>
                  <a:close/>
                </a:path>
                <a:path w="4582795" h="661670">
                  <a:moveTo>
                    <a:pt x="3495739" y="661644"/>
                  </a:moveTo>
                  <a:lnTo>
                    <a:pt x="3454896" y="661644"/>
                  </a:lnTo>
                  <a:lnTo>
                    <a:pt x="3454896" y="653476"/>
                  </a:lnTo>
                  <a:lnTo>
                    <a:pt x="3495739" y="653476"/>
                  </a:lnTo>
                  <a:lnTo>
                    <a:pt x="3495739" y="661644"/>
                  </a:lnTo>
                  <a:close/>
                </a:path>
                <a:path w="4582795" h="661670">
                  <a:moveTo>
                    <a:pt x="3438559" y="661644"/>
                  </a:moveTo>
                  <a:lnTo>
                    <a:pt x="3430391" y="661644"/>
                  </a:lnTo>
                  <a:lnTo>
                    <a:pt x="3430391" y="653476"/>
                  </a:lnTo>
                  <a:lnTo>
                    <a:pt x="3438559" y="653476"/>
                  </a:lnTo>
                  <a:lnTo>
                    <a:pt x="3438559" y="661644"/>
                  </a:lnTo>
                  <a:close/>
                </a:path>
                <a:path w="4582795" h="661670">
                  <a:moveTo>
                    <a:pt x="3414054" y="661644"/>
                  </a:moveTo>
                  <a:lnTo>
                    <a:pt x="3373212" y="661644"/>
                  </a:lnTo>
                  <a:lnTo>
                    <a:pt x="3373212" y="653476"/>
                  </a:lnTo>
                  <a:lnTo>
                    <a:pt x="3414054" y="653476"/>
                  </a:lnTo>
                  <a:lnTo>
                    <a:pt x="3414054" y="661644"/>
                  </a:lnTo>
                  <a:close/>
                </a:path>
                <a:path w="4582795" h="661670">
                  <a:moveTo>
                    <a:pt x="3356875" y="661644"/>
                  </a:moveTo>
                  <a:lnTo>
                    <a:pt x="3348706" y="661644"/>
                  </a:lnTo>
                  <a:lnTo>
                    <a:pt x="3348706" y="653476"/>
                  </a:lnTo>
                  <a:lnTo>
                    <a:pt x="3356875" y="653476"/>
                  </a:lnTo>
                  <a:lnTo>
                    <a:pt x="3356875" y="661644"/>
                  </a:lnTo>
                  <a:close/>
                </a:path>
                <a:path w="4582795" h="661670">
                  <a:moveTo>
                    <a:pt x="3332370" y="661644"/>
                  </a:moveTo>
                  <a:lnTo>
                    <a:pt x="3291527" y="661644"/>
                  </a:lnTo>
                  <a:lnTo>
                    <a:pt x="3291527" y="653476"/>
                  </a:lnTo>
                  <a:lnTo>
                    <a:pt x="3332370" y="653476"/>
                  </a:lnTo>
                  <a:lnTo>
                    <a:pt x="3332370" y="661644"/>
                  </a:lnTo>
                  <a:close/>
                </a:path>
                <a:path w="4582795" h="661670">
                  <a:moveTo>
                    <a:pt x="3275190" y="661644"/>
                  </a:moveTo>
                  <a:lnTo>
                    <a:pt x="3267022" y="661644"/>
                  </a:lnTo>
                  <a:lnTo>
                    <a:pt x="3267022" y="653476"/>
                  </a:lnTo>
                  <a:lnTo>
                    <a:pt x="3275190" y="653476"/>
                  </a:lnTo>
                  <a:lnTo>
                    <a:pt x="3275190" y="661644"/>
                  </a:lnTo>
                  <a:close/>
                </a:path>
                <a:path w="4582795" h="661670">
                  <a:moveTo>
                    <a:pt x="3250685" y="661644"/>
                  </a:moveTo>
                  <a:lnTo>
                    <a:pt x="3209843" y="661644"/>
                  </a:lnTo>
                  <a:lnTo>
                    <a:pt x="3209843" y="653476"/>
                  </a:lnTo>
                  <a:lnTo>
                    <a:pt x="3250685" y="653476"/>
                  </a:lnTo>
                  <a:lnTo>
                    <a:pt x="3250685" y="661644"/>
                  </a:lnTo>
                  <a:close/>
                </a:path>
                <a:path w="4582795" h="661670">
                  <a:moveTo>
                    <a:pt x="3193506" y="661644"/>
                  </a:moveTo>
                  <a:lnTo>
                    <a:pt x="3185337" y="661644"/>
                  </a:lnTo>
                  <a:lnTo>
                    <a:pt x="3185337" y="653476"/>
                  </a:lnTo>
                  <a:lnTo>
                    <a:pt x="3193506" y="653476"/>
                  </a:lnTo>
                  <a:lnTo>
                    <a:pt x="3193506" y="661644"/>
                  </a:lnTo>
                  <a:close/>
                </a:path>
                <a:path w="4582795" h="661670">
                  <a:moveTo>
                    <a:pt x="3169001" y="661644"/>
                  </a:moveTo>
                  <a:lnTo>
                    <a:pt x="3128158" y="661644"/>
                  </a:lnTo>
                  <a:lnTo>
                    <a:pt x="3128158" y="653476"/>
                  </a:lnTo>
                  <a:lnTo>
                    <a:pt x="3169001" y="653476"/>
                  </a:lnTo>
                  <a:lnTo>
                    <a:pt x="3169001" y="661644"/>
                  </a:lnTo>
                  <a:close/>
                </a:path>
                <a:path w="4582795" h="661670">
                  <a:moveTo>
                    <a:pt x="3111821" y="661644"/>
                  </a:moveTo>
                  <a:lnTo>
                    <a:pt x="3103653" y="661644"/>
                  </a:lnTo>
                  <a:lnTo>
                    <a:pt x="3103653" y="653476"/>
                  </a:lnTo>
                  <a:lnTo>
                    <a:pt x="3111821" y="653476"/>
                  </a:lnTo>
                  <a:lnTo>
                    <a:pt x="3111821" y="661644"/>
                  </a:lnTo>
                  <a:close/>
                </a:path>
                <a:path w="4582795" h="661670">
                  <a:moveTo>
                    <a:pt x="3087316" y="661644"/>
                  </a:moveTo>
                  <a:lnTo>
                    <a:pt x="3046474" y="661644"/>
                  </a:lnTo>
                  <a:lnTo>
                    <a:pt x="3046474" y="653476"/>
                  </a:lnTo>
                  <a:lnTo>
                    <a:pt x="3087316" y="653476"/>
                  </a:lnTo>
                  <a:lnTo>
                    <a:pt x="3087316" y="661644"/>
                  </a:lnTo>
                  <a:close/>
                </a:path>
                <a:path w="4582795" h="661670">
                  <a:moveTo>
                    <a:pt x="3030137" y="661644"/>
                  </a:moveTo>
                  <a:lnTo>
                    <a:pt x="3021968" y="661644"/>
                  </a:lnTo>
                  <a:lnTo>
                    <a:pt x="3021968" y="653476"/>
                  </a:lnTo>
                  <a:lnTo>
                    <a:pt x="3030137" y="653476"/>
                  </a:lnTo>
                  <a:lnTo>
                    <a:pt x="3030137" y="661644"/>
                  </a:lnTo>
                  <a:close/>
                </a:path>
                <a:path w="4582795" h="661670">
                  <a:moveTo>
                    <a:pt x="3005632" y="661644"/>
                  </a:moveTo>
                  <a:lnTo>
                    <a:pt x="2964789" y="661644"/>
                  </a:lnTo>
                  <a:lnTo>
                    <a:pt x="2964789" y="653476"/>
                  </a:lnTo>
                  <a:lnTo>
                    <a:pt x="3005632" y="653476"/>
                  </a:lnTo>
                  <a:lnTo>
                    <a:pt x="3005632" y="661644"/>
                  </a:lnTo>
                  <a:close/>
                </a:path>
                <a:path w="4582795" h="661670">
                  <a:moveTo>
                    <a:pt x="2948452" y="661644"/>
                  </a:moveTo>
                  <a:lnTo>
                    <a:pt x="2940284" y="661644"/>
                  </a:lnTo>
                  <a:lnTo>
                    <a:pt x="2940284" y="653476"/>
                  </a:lnTo>
                  <a:lnTo>
                    <a:pt x="2948452" y="653476"/>
                  </a:lnTo>
                  <a:lnTo>
                    <a:pt x="2948452" y="661644"/>
                  </a:lnTo>
                  <a:close/>
                </a:path>
                <a:path w="4582795" h="661670">
                  <a:moveTo>
                    <a:pt x="2923947" y="661644"/>
                  </a:moveTo>
                  <a:lnTo>
                    <a:pt x="2883105" y="661644"/>
                  </a:lnTo>
                  <a:lnTo>
                    <a:pt x="2883105" y="653476"/>
                  </a:lnTo>
                  <a:lnTo>
                    <a:pt x="2923947" y="653476"/>
                  </a:lnTo>
                  <a:lnTo>
                    <a:pt x="2923947" y="661644"/>
                  </a:lnTo>
                  <a:close/>
                </a:path>
                <a:path w="4582795" h="661670">
                  <a:moveTo>
                    <a:pt x="2866768" y="661644"/>
                  </a:moveTo>
                  <a:lnTo>
                    <a:pt x="2858599" y="661644"/>
                  </a:lnTo>
                  <a:lnTo>
                    <a:pt x="2858599" y="653476"/>
                  </a:lnTo>
                  <a:lnTo>
                    <a:pt x="2866768" y="653476"/>
                  </a:lnTo>
                  <a:lnTo>
                    <a:pt x="2866768" y="661644"/>
                  </a:lnTo>
                  <a:close/>
                </a:path>
                <a:path w="4582795" h="661670">
                  <a:moveTo>
                    <a:pt x="2842263" y="661644"/>
                  </a:moveTo>
                  <a:lnTo>
                    <a:pt x="2801420" y="661644"/>
                  </a:lnTo>
                  <a:lnTo>
                    <a:pt x="2801420" y="653476"/>
                  </a:lnTo>
                  <a:lnTo>
                    <a:pt x="2842263" y="653476"/>
                  </a:lnTo>
                  <a:lnTo>
                    <a:pt x="2842263" y="661644"/>
                  </a:lnTo>
                  <a:close/>
                </a:path>
                <a:path w="4582795" h="661670">
                  <a:moveTo>
                    <a:pt x="2785083" y="661644"/>
                  </a:moveTo>
                  <a:lnTo>
                    <a:pt x="2776915" y="661644"/>
                  </a:lnTo>
                  <a:lnTo>
                    <a:pt x="2776915" y="653476"/>
                  </a:lnTo>
                  <a:lnTo>
                    <a:pt x="2785083" y="653476"/>
                  </a:lnTo>
                  <a:lnTo>
                    <a:pt x="2785083" y="661644"/>
                  </a:lnTo>
                  <a:close/>
                </a:path>
                <a:path w="4582795" h="661670">
                  <a:moveTo>
                    <a:pt x="2760578" y="661644"/>
                  </a:moveTo>
                  <a:lnTo>
                    <a:pt x="2719736" y="661644"/>
                  </a:lnTo>
                  <a:lnTo>
                    <a:pt x="2719736" y="653476"/>
                  </a:lnTo>
                  <a:lnTo>
                    <a:pt x="2760578" y="653476"/>
                  </a:lnTo>
                  <a:lnTo>
                    <a:pt x="2760578" y="661644"/>
                  </a:lnTo>
                  <a:close/>
                </a:path>
                <a:path w="4582795" h="661670">
                  <a:moveTo>
                    <a:pt x="2703399" y="661644"/>
                  </a:moveTo>
                  <a:lnTo>
                    <a:pt x="2695230" y="661644"/>
                  </a:lnTo>
                  <a:lnTo>
                    <a:pt x="2695230" y="653476"/>
                  </a:lnTo>
                  <a:lnTo>
                    <a:pt x="2703399" y="653476"/>
                  </a:lnTo>
                  <a:lnTo>
                    <a:pt x="2703399" y="661644"/>
                  </a:lnTo>
                  <a:close/>
                </a:path>
                <a:path w="4582795" h="661670">
                  <a:moveTo>
                    <a:pt x="2678893" y="661644"/>
                  </a:moveTo>
                  <a:lnTo>
                    <a:pt x="2638051" y="661644"/>
                  </a:lnTo>
                  <a:lnTo>
                    <a:pt x="2638051" y="653476"/>
                  </a:lnTo>
                  <a:lnTo>
                    <a:pt x="2678893" y="653476"/>
                  </a:lnTo>
                  <a:lnTo>
                    <a:pt x="2678893" y="661644"/>
                  </a:lnTo>
                  <a:close/>
                </a:path>
                <a:path w="4582795" h="661670">
                  <a:moveTo>
                    <a:pt x="2621714" y="661644"/>
                  </a:moveTo>
                  <a:lnTo>
                    <a:pt x="2613546" y="661644"/>
                  </a:lnTo>
                  <a:lnTo>
                    <a:pt x="2613546" y="653476"/>
                  </a:lnTo>
                  <a:lnTo>
                    <a:pt x="2621714" y="653476"/>
                  </a:lnTo>
                  <a:lnTo>
                    <a:pt x="2621714" y="661644"/>
                  </a:lnTo>
                  <a:close/>
                </a:path>
                <a:path w="4582795" h="661670">
                  <a:moveTo>
                    <a:pt x="2597209" y="661644"/>
                  </a:moveTo>
                  <a:lnTo>
                    <a:pt x="2556367" y="661644"/>
                  </a:lnTo>
                  <a:lnTo>
                    <a:pt x="2556367" y="653476"/>
                  </a:lnTo>
                  <a:lnTo>
                    <a:pt x="2597209" y="653476"/>
                  </a:lnTo>
                  <a:lnTo>
                    <a:pt x="2597209" y="661644"/>
                  </a:lnTo>
                  <a:close/>
                </a:path>
                <a:path w="4582795" h="661670">
                  <a:moveTo>
                    <a:pt x="2540030" y="661644"/>
                  </a:moveTo>
                  <a:lnTo>
                    <a:pt x="2531861" y="661644"/>
                  </a:lnTo>
                  <a:lnTo>
                    <a:pt x="2531861" y="653476"/>
                  </a:lnTo>
                  <a:lnTo>
                    <a:pt x="2540030" y="653476"/>
                  </a:lnTo>
                  <a:lnTo>
                    <a:pt x="2540030" y="661644"/>
                  </a:lnTo>
                  <a:close/>
                </a:path>
                <a:path w="4582795" h="661670">
                  <a:moveTo>
                    <a:pt x="2515524" y="661644"/>
                  </a:moveTo>
                  <a:lnTo>
                    <a:pt x="2474682" y="661644"/>
                  </a:lnTo>
                  <a:lnTo>
                    <a:pt x="2474682" y="653476"/>
                  </a:lnTo>
                  <a:lnTo>
                    <a:pt x="2515524" y="653476"/>
                  </a:lnTo>
                  <a:lnTo>
                    <a:pt x="2515524" y="661644"/>
                  </a:lnTo>
                  <a:close/>
                </a:path>
                <a:path w="4582795" h="661670">
                  <a:moveTo>
                    <a:pt x="2458345" y="661644"/>
                  </a:moveTo>
                  <a:lnTo>
                    <a:pt x="2450177" y="661644"/>
                  </a:lnTo>
                  <a:lnTo>
                    <a:pt x="2450177" y="653476"/>
                  </a:lnTo>
                  <a:lnTo>
                    <a:pt x="2458345" y="653476"/>
                  </a:lnTo>
                  <a:lnTo>
                    <a:pt x="2458345" y="661644"/>
                  </a:lnTo>
                  <a:close/>
                </a:path>
                <a:path w="4582795" h="661670">
                  <a:moveTo>
                    <a:pt x="2433840" y="661644"/>
                  </a:moveTo>
                  <a:lnTo>
                    <a:pt x="2392998" y="661644"/>
                  </a:lnTo>
                  <a:lnTo>
                    <a:pt x="2392998" y="653476"/>
                  </a:lnTo>
                  <a:lnTo>
                    <a:pt x="2433840" y="653476"/>
                  </a:lnTo>
                  <a:lnTo>
                    <a:pt x="2433840" y="661644"/>
                  </a:lnTo>
                  <a:close/>
                </a:path>
                <a:path w="4582795" h="661670">
                  <a:moveTo>
                    <a:pt x="2376661" y="661644"/>
                  </a:moveTo>
                  <a:lnTo>
                    <a:pt x="2368492" y="661644"/>
                  </a:lnTo>
                  <a:lnTo>
                    <a:pt x="2368492" y="653476"/>
                  </a:lnTo>
                  <a:lnTo>
                    <a:pt x="2376661" y="653476"/>
                  </a:lnTo>
                  <a:lnTo>
                    <a:pt x="2376661" y="661644"/>
                  </a:lnTo>
                  <a:close/>
                </a:path>
                <a:path w="4582795" h="661670">
                  <a:moveTo>
                    <a:pt x="2352155" y="661644"/>
                  </a:moveTo>
                  <a:lnTo>
                    <a:pt x="2311313" y="661644"/>
                  </a:lnTo>
                  <a:lnTo>
                    <a:pt x="2311313" y="653476"/>
                  </a:lnTo>
                  <a:lnTo>
                    <a:pt x="2352155" y="653476"/>
                  </a:lnTo>
                  <a:lnTo>
                    <a:pt x="2352155" y="661644"/>
                  </a:lnTo>
                  <a:close/>
                </a:path>
                <a:path w="4582795" h="661670">
                  <a:moveTo>
                    <a:pt x="2294976" y="661644"/>
                  </a:moveTo>
                  <a:lnTo>
                    <a:pt x="2286808" y="661644"/>
                  </a:lnTo>
                  <a:lnTo>
                    <a:pt x="2286808" y="653476"/>
                  </a:lnTo>
                  <a:lnTo>
                    <a:pt x="2294976" y="653476"/>
                  </a:lnTo>
                  <a:lnTo>
                    <a:pt x="2294976" y="661644"/>
                  </a:lnTo>
                  <a:close/>
                </a:path>
                <a:path w="4582795" h="661670">
                  <a:moveTo>
                    <a:pt x="2270471" y="661644"/>
                  </a:moveTo>
                  <a:lnTo>
                    <a:pt x="2229629" y="661644"/>
                  </a:lnTo>
                  <a:lnTo>
                    <a:pt x="2229629" y="653476"/>
                  </a:lnTo>
                  <a:lnTo>
                    <a:pt x="2270471" y="653476"/>
                  </a:lnTo>
                  <a:lnTo>
                    <a:pt x="2270471" y="661644"/>
                  </a:lnTo>
                  <a:close/>
                </a:path>
                <a:path w="4582795" h="661670">
                  <a:moveTo>
                    <a:pt x="2213292" y="661644"/>
                  </a:moveTo>
                  <a:lnTo>
                    <a:pt x="2205123" y="661644"/>
                  </a:lnTo>
                  <a:lnTo>
                    <a:pt x="2205123" y="653476"/>
                  </a:lnTo>
                  <a:lnTo>
                    <a:pt x="2213292" y="653476"/>
                  </a:lnTo>
                  <a:lnTo>
                    <a:pt x="2213292" y="661644"/>
                  </a:lnTo>
                  <a:close/>
                </a:path>
                <a:path w="4582795" h="661670">
                  <a:moveTo>
                    <a:pt x="2188786" y="661644"/>
                  </a:moveTo>
                  <a:lnTo>
                    <a:pt x="2147944" y="661644"/>
                  </a:lnTo>
                  <a:lnTo>
                    <a:pt x="2147944" y="653476"/>
                  </a:lnTo>
                  <a:lnTo>
                    <a:pt x="2188786" y="653476"/>
                  </a:lnTo>
                  <a:lnTo>
                    <a:pt x="2188786" y="661644"/>
                  </a:lnTo>
                  <a:close/>
                </a:path>
                <a:path w="4582795" h="661670">
                  <a:moveTo>
                    <a:pt x="2131607" y="661644"/>
                  </a:moveTo>
                  <a:lnTo>
                    <a:pt x="2123439" y="661644"/>
                  </a:lnTo>
                  <a:lnTo>
                    <a:pt x="2123439" y="653476"/>
                  </a:lnTo>
                  <a:lnTo>
                    <a:pt x="2131607" y="653476"/>
                  </a:lnTo>
                  <a:lnTo>
                    <a:pt x="2131607" y="661644"/>
                  </a:lnTo>
                  <a:close/>
                </a:path>
                <a:path w="4582795" h="661670">
                  <a:moveTo>
                    <a:pt x="2107102" y="661644"/>
                  </a:moveTo>
                  <a:lnTo>
                    <a:pt x="2066260" y="661644"/>
                  </a:lnTo>
                  <a:lnTo>
                    <a:pt x="2066260" y="653476"/>
                  </a:lnTo>
                  <a:lnTo>
                    <a:pt x="2107102" y="653476"/>
                  </a:lnTo>
                  <a:lnTo>
                    <a:pt x="2107102" y="661644"/>
                  </a:lnTo>
                  <a:close/>
                </a:path>
                <a:path w="4582795" h="661670">
                  <a:moveTo>
                    <a:pt x="2049923" y="661644"/>
                  </a:moveTo>
                  <a:lnTo>
                    <a:pt x="2041754" y="661644"/>
                  </a:lnTo>
                  <a:lnTo>
                    <a:pt x="2041754" y="653476"/>
                  </a:lnTo>
                  <a:lnTo>
                    <a:pt x="2049923" y="653476"/>
                  </a:lnTo>
                  <a:lnTo>
                    <a:pt x="2049923" y="661644"/>
                  </a:lnTo>
                  <a:close/>
                </a:path>
                <a:path w="4582795" h="661670">
                  <a:moveTo>
                    <a:pt x="2025417" y="661644"/>
                  </a:moveTo>
                  <a:lnTo>
                    <a:pt x="1984575" y="661644"/>
                  </a:lnTo>
                  <a:lnTo>
                    <a:pt x="1984575" y="653476"/>
                  </a:lnTo>
                  <a:lnTo>
                    <a:pt x="2025417" y="653476"/>
                  </a:lnTo>
                  <a:lnTo>
                    <a:pt x="2025417" y="661644"/>
                  </a:lnTo>
                  <a:close/>
                </a:path>
                <a:path w="4582795" h="661670">
                  <a:moveTo>
                    <a:pt x="1968238" y="661644"/>
                  </a:moveTo>
                  <a:lnTo>
                    <a:pt x="1960070" y="661644"/>
                  </a:lnTo>
                  <a:lnTo>
                    <a:pt x="1960070" y="653476"/>
                  </a:lnTo>
                  <a:lnTo>
                    <a:pt x="1968238" y="653476"/>
                  </a:lnTo>
                  <a:lnTo>
                    <a:pt x="1968238" y="661644"/>
                  </a:lnTo>
                  <a:close/>
                </a:path>
                <a:path w="4582795" h="661670">
                  <a:moveTo>
                    <a:pt x="1943733" y="661644"/>
                  </a:moveTo>
                  <a:lnTo>
                    <a:pt x="1902891" y="661644"/>
                  </a:lnTo>
                  <a:lnTo>
                    <a:pt x="1902891" y="653476"/>
                  </a:lnTo>
                  <a:lnTo>
                    <a:pt x="1943733" y="653476"/>
                  </a:lnTo>
                  <a:lnTo>
                    <a:pt x="1943733" y="661644"/>
                  </a:lnTo>
                  <a:close/>
                </a:path>
                <a:path w="4582795" h="661670">
                  <a:moveTo>
                    <a:pt x="1886554" y="661644"/>
                  </a:moveTo>
                  <a:lnTo>
                    <a:pt x="1878385" y="661644"/>
                  </a:lnTo>
                  <a:lnTo>
                    <a:pt x="1878385" y="653476"/>
                  </a:lnTo>
                  <a:lnTo>
                    <a:pt x="1886554" y="653476"/>
                  </a:lnTo>
                  <a:lnTo>
                    <a:pt x="1886554" y="661644"/>
                  </a:lnTo>
                  <a:close/>
                </a:path>
                <a:path w="4582795" h="661670">
                  <a:moveTo>
                    <a:pt x="1862048" y="661644"/>
                  </a:moveTo>
                  <a:lnTo>
                    <a:pt x="1821206" y="661644"/>
                  </a:lnTo>
                  <a:lnTo>
                    <a:pt x="1821206" y="653476"/>
                  </a:lnTo>
                  <a:lnTo>
                    <a:pt x="1862048" y="653476"/>
                  </a:lnTo>
                  <a:lnTo>
                    <a:pt x="1862048" y="661644"/>
                  </a:lnTo>
                  <a:close/>
                </a:path>
                <a:path w="4582795" h="661670">
                  <a:moveTo>
                    <a:pt x="1804869" y="661644"/>
                  </a:moveTo>
                  <a:lnTo>
                    <a:pt x="1796701" y="661644"/>
                  </a:lnTo>
                  <a:lnTo>
                    <a:pt x="1796701" y="653476"/>
                  </a:lnTo>
                  <a:lnTo>
                    <a:pt x="1804869" y="653476"/>
                  </a:lnTo>
                  <a:lnTo>
                    <a:pt x="1804869" y="661644"/>
                  </a:lnTo>
                  <a:close/>
                </a:path>
                <a:path w="4582795" h="661670">
                  <a:moveTo>
                    <a:pt x="1780364" y="661644"/>
                  </a:moveTo>
                  <a:lnTo>
                    <a:pt x="1739522" y="661644"/>
                  </a:lnTo>
                  <a:lnTo>
                    <a:pt x="1739522" y="653476"/>
                  </a:lnTo>
                  <a:lnTo>
                    <a:pt x="1780364" y="653476"/>
                  </a:lnTo>
                  <a:lnTo>
                    <a:pt x="1780364" y="661644"/>
                  </a:lnTo>
                  <a:close/>
                </a:path>
                <a:path w="4582795" h="661670">
                  <a:moveTo>
                    <a:pt x="1723185" y="661644"/>
                  </a:moveTo>
                  <a:lnTo>
                    <a:pt x="1715016" y="661644"/>
                  </a:lnTo>
                  <a:lnTo>
                    <a:pt x="1715016" y="653476"/>
                  </a:lnTo>
                  <a:lnTo>
                    <a:pt x="1723185" y="653476"/>
                  </a:lnTo>
                  <a:lnTo>
                    <a:pt x="1723185" y="661644"/>
                  </a:lnTo>
                  <a:close/>
                </a:path>
                <a:path w="4582795" h="661670">
                  <a:moveTo>
                    <a:pt x="1698679" y="661644"/>
                  </a:moveTo>
                  <a:lnTo>
                    <a:pt x="1657837" y="661644"/>
                  </a:lnTo>
                  <a:lnTo>
                    <a:pt x="1657837" y="653476"/>
                  </a:lnTo>
                  <a:lnTo>
                    <a:pt x="1698679" y="653476"/>
                  </a:lnTo>
                  <a:lnTo>
                    <a:pt x="1698679" y="661644"/>
                  </a:lnTo>
                  <a:close/>
                </a:path>
                <a:path w="4582795" h="661670">
                  <a:moveTo>
                    <a:pt x="1641500" y="661644"/>
                  </a:moveTo>
                  <a:lnTo>
                    <a:pt x="1633332" y="661644"/>
                  </a:lnTo>
                  <a:lnTo>
                    <a:pt x="1633332" y="653476"/>
                  </a:lnTo>
                  <a:lnTo>
                    <a:pt x="1641500" y="653476"/>
                  </a:lnTo>
                  <a:lnTo>
                    <a:pt x="1641500" y="661644"/>
                  </a:lnTo>
                  <a:close/>
                </a:path>
                <a:path w="4582795" h="661670">
                  <a:moveTo>
                    <a:pt x="1616995" y="661644"/>
                  </a:moveTo>
                  <a:lnTo>
                    <a:pt x="1576153" y="661644"/>
                  </a:lnTo>
                  <a:lnTo>
                    <a:pt x="1576153" y="653476"/>
                  </a:lnTo>
                  <a:lnTo>
                    <a:pt x="1616995" y="653476"/>
                  </a:lnTo>
                  <a:lnTo>
                    <a:pt x="1616995" y="661644"/>
                  </a:lnTo>
                  <a:close/>
                </a:path>
                <a:path w="4582795" h="661670">
                  <a:moveTo>
                    <a:pt x="1559816" y="661644"/>
                  </a:moveTo>
                  <a:lnTo>
                    <a:pt x="1551647" y="661644"/>
                  </a:lnTo>
                  <a:lnTo>
                    <a:pt x="1551647" y="653476"/>
                  </a:lnTo>
                  <a:lnTo>
                    <a:pt x="1559816" y="653476"/>
                  </a:lnTo>
                  <a:lnTo>
                    <a:pt x="1559816" y="661644"/>
                  </a:lnTo>
                  <a:close/>
                </a:path>
                <a:path w="4582795" h="661670">
                  <a:moveTo>
                    <a:pt x="1535310" y="661644"/>
                  </a:moveTo>
                  <a:lnTo>
                    <a:pt x="1494468" y="661644"/>
                  </a:lnTo>
                  <a:lnTo>
                    <a:pt x="1494468" y="653476"/>
                  </a:lnTo>
                  <a:lnTo>
                    <a:pt x="1535310" y="653476"/>
                  </a:lnTo>
                  <a:lnTo>
                    <a:pt x="1535310" y="661644"/>
                  </a:lnTo>
                  <a:close/>
                </a:path>
                <a:path w="4582795" h="661670">
                  <a:moveTo>
                    <a:pt x="1478131" y="661644"/>
                  </a:moveTo>
                  <a:lnTo>
                    <a:pt x="1469963" y="661644"/>
                  </a:lnTo>
                  <a:lnTo>
                    <a:pt x="1469963" y="653476"/>
                  </a:lnTo>
                  <a:lnTo>
                    <a:pt x="1478131" y="653476"/>
                  </a:lnTo>
                  <a:lnTo>
                    <a:pt x="1478131" y="661644"/>
                  </a:lnTo>
                  <a:close/>
                </a:path>
                <a:path w="4582795" h="661670">
                  <a:moveTo>
                    <a:pt x="1453626" y="661644"/>
                  </a:moveTo>
                  <a:lnTo>
                    <a:pt x="1412784" y="661644"/>
                  </a:lnTo>
                  <a:lnTo>
                    <a:pt x="1412784" y="653476"/>
                  </a:lnTo>
                  <a:lnTo>
                    <a:pt x="1453626" y="653476"/>
                  </a:lnTo>
                  <a:lnTo>
                    <a:pt x="1453626" y="661644"/>
                  </a:lnTo>
                  <a:close/>
                </a:path>
                <a:path w="4582795" h="661670">
                  <a:moveTo>
                    <a:pt x="1396447" y="661644"/>
                  </a:moveTo>
                  <a:lnTo>
                    <a:pt x="1388278" y="661644"/>
                  </a:lnTo>
                  <a:lnTo>
                    <a:pt x="1388278" y="653476"/>
                  </a:lnTo>
                  <a:lnTo>
                    <a:pt x="1396447" y="653476"/>
                  </a:lnTo>
                  <a:lnTo>
                    <a:pt x="1396447" y="661644"/>
                  </a:lnTo>
                  <a:close/>
                </a:path>
                <a:path w="4582795" h="661670">
                  <a:moveTo>
                    <a:pt x="1371941" y="661644"/>
                  </a:moveTo>
                  <a:lnTo>
                    <a:pt x="1331099" y="661644"/>
                  </a:lnTo>
                  <a:lnTo>
                    <a:pt x="1331099" y="653476"/>
                  </a:lnTo>
                  <a:lnTo>
                    <a:pt x="1371941" y="653476"/>
                  </a:lnTo>
                  <a:lnTo>
                    <a:pt x="1371941" y="661644"/>
                  </a:lnTo>
                  <a:close/>
                </a:path>
                <a:path w="4582795" h="661670">
                  <a:moveTo>
                    <a:pt x="1314762" y="661644"/>
                  </a:moveTo>
                  <a:lnTo>
                    <a:pt x="1306594" y="661644"/>
                  </a:lnTo>
                  <a:lnTo>
                    <a:pt x="1306594" y="653476"/>
                  </a:lnTo>
                  <a:lnTo>
                    <a:pt x="1314762" y="653476"/>
                  </a:lnTo>
                  <a:lnTo>
                    <a:pt x="1314762" y="661644"/>
                  </a:lnTo>
                  <a:close/>
                </a:path>
                <a:path w="4582795" h="661670">
                  <a:moveTo>
                    <a:pt x="1290257" y="661644"/>
                  </a:moveTo>
                  <a:lnTo>
                    <a:pt x="1249415" y="661644"/>
                  </a:lnTo>
                  <a:lnTo>
                    <a:pt x="1249415" y="653476"/>
                  </a:lnTo>
                  <a:lnTo>
                    <a:pt x="1290257" y="653476"/>
                  </a:lnTo>
                  <a:lnTo>
                    <a:pt x="1290257" y="661644"/>
                  </a:lnTo>
                  <a:close/>
                </a:path>
                <a:path w="4582795" h="661670">
                  <a:moveTo>
                    <a:pt x="1233078" y="661644"/>
                  </a:moveTo>
                  <a:lnTo>
                    <a:pt x="1224909" y="661644"/>
                  </a:lnTo>
                  <a:lnTo>
                    <a:pt x="1224909" y="653476"/>
                  </a:lnTo>
                  <a:lnTo>
                    <a:pt x="1233078" y="653476"/>
                  </a:lnTo>
                  <a:lnTo>
                    <a:pt x="1233078" y="661644"/>
                  </a:lnTo>
                  <a:close/>
                </a:path>
                <a:path w="4582795" h="661670">
                  <a:moveTo>
                    <a:pt x="1208572" y="661644"/>
                  </a:moveTo>
                  <a:lnTo>
                    <a:pt x="1167730" y="661644"/>
                  </a:lnTo>
                  <a:lnTo>
                    <a:pt x="1167730" y="653476"/>
                  </a:lnTo>
                  <a:lnTo>
                    <a:pt x="1208572" y="653476"/>
                  </a:lnTo>
                  <a:lnTo>
                    <a:pt x="1208572" y="661644"/>
                  </a:lnTo>
                  <a:close/>
                </a:path>
                <a:path w="4582795" h="661670">
                  <a:moveTo>
                    <a:pt x="1151393" y="661644"/>
                  </a:moveTo>
                  <a:lnTo>
                    <a:pt x="1143225" y="661644"/>
                  </a:lnTo>
                  <a:lnTo>
                    <a:pt x="1143225" y="653476"/>
                  </a:lnTo>
                  <a:lnTo>
                    <a:pt x="1151393" y="653476"/>
                  </a:lnTo>
                  <a:lnTo>
                    <a:pt x="1151393" y="661644"/>
                  </a:lnTo>
                  <a:close/>
                </a:path>
                <a:path w="4582795" h="661670">
                  <a:moveTo>
                    <a:pt x="1126888" y="661644"/>
                  </a:moveTo>
                  <a:lnTo>
                    <a:pt x="1086046" y="661644"/>
                  </a:lnTo>
                  <a:lnTo>
                    <a:pt x="1086046" y="653476"/>
                  </a:lnTo>
                  <a:lnTo>
                    <a:pt x="1126888" y="653476"/>
                  </a:lnTo>
                  <a:lnTo>
                    <a:pt x="1126888" y="661644"/>
                  </a:lnTo>
                  <a:close/>
                </a:path>
                <a:path w="4582795" h="661670">
                  <a:moveTo>
                    <a:pt x="1069709" y="661644"/>
                  </a:moveTo>
                  <a:lnTo>
                    <a:pt x="1061540" y="661644"/>
                  </a:lnTo>
                  <a:lnTo>
                    <a:pt x="1061540" y="653476"/>
                  </a:lnTo>
                  <a:lnTo>
                    <a:pt x="1069709" y="653476"/>
                  </a:lnTo>
                  <a:lnTo>
                    <a:pt x="1069709" y="661644"/>
                  </a:lnTo>
                  <a:close/>
                </a:path>
                <a:path w="4582795" h="661670">
                  <a:moveTo>
                    <a:pt x="1045203" y="661644"/>
                  </a:moveTo>
                  <a:lnTo>
                    <a:pt x="1004361" y="661644"/>
                  </a:lnTo>
                  <a:lnTo>
                    <a:pt x="1004361" y="653476"/>
                  </a:lnTo>
                  <a:lnTo>
                    <a:pt x="1045203" y="653476"/>
                  </a:lnTo>
                  <a:lnTo>
                    <a:pt x="1045203" y="661644"/>
                  </a:lnTo>
                  <a:close/>
                </a:path>
                <a:path w="4582795" h="661670">
                  <a:moveTo>
                    <a:pt x="988024" y="661644"/>
                  </a:moveTo>
                  <a:lnTo>
                    <a:pt x="979856" y="661644"/>
                  </a:lnTo>
                  <a:lnTo>
                    <a:pt x="979856" y="653476"/>
                  </a:lnTo>
                  <a:lnTo>
                    <a:pt x="988024" y="653476"/>
                  </a:lnTo>
                  <a:lnTo>
                    <a:pt x="988024" y="661644"/>
                  </a:lnTo>
                  <a:close/>
                </a:path>
                <a:path w="4582795" h="661670">
                  <a:moveTo>
                    <a:pt x="963519" y="661644"/>
                  </a:moveTo>
                  <a:lnTo>
                    <a:pt x="922677" y="661644"/>
                  </a:lnTo>
                  <a:lnTo>
                    <a:pt x="922677" y="653476"/>
                  </a:lnTo>
                  <a:lnTo>
                    <a:pt x="963519" y="653476"/>
                  </a:lnTo>
                  <a:lnTo>
                    <a:pt x="963519" y="661644"/>
                  </a:lnTo>
                  <a:close/>
                </a:path>
                <a:path w="4582795" h="661670">
                  <a:moveTo>
                    <a:pt x="906340" y="661644"/>
                  </a:moveTo>
                  <a:lnTo>
                    <a:pt x="898171" y="661644"/>
                  </a:lnTo>
                  <a:lnTo>
                    <a:pt x="898171" y="653476"/>
                  </a:lnTo>
                  <a:lnTo>
                    <a:pt x="906340" y="653476"/>
                  </a:lnTo>
                  <a:lnTo>
                    <a:pt x="906340" y="661644"/>
                  </a:lnTo>
                  <a:close/>
                </a:path>
                <a:path w="4582795" h="661670">
                  <a:moveTo>
                    <a:pt x="881834" y="661644"/>
                  </a:moveTo>
                  <a:lnTo>
                    <a:pt x="840992" y="661644"/>
                  </a:lnTo>
                  <a:lnTo>
                    <a:pt x="840992" y="653476"/>
                  </a:lnTo>
                  <a:lnTo>
                    <a:pt x="881834" y="653476"/>
                  </a:lnTo>
                  <a:lnTo>
                    <a:pt x="881834" y="661644"/>
                  </a:lnTo>
                  <a:close/>
                </a:path>
                <a:path w="4582795" h="661670">
                  <a:moveTo>
                    <a:pt x="824655" y="661644"/>
                  </a:moveTo>
                  <a:lnTo>
                    <a:pt x="816487" y="661644"/>
                  </a:lnTo>
                  <a:lnTo>
                    <a:pt x="816487" y="653476"/>
                  </a:lnTo>
                  <a:lnTo>
                    <a:pt x="824655" y="653476"/>
                  </a:lnTo>
                  <a:lnTo>
                    <a:pt x="824655" y="661644"/>
                  </a:lnTo>
                  <a:close/>
                </a:path>
                <a:path w="4582795" h="661670">
                  <a:moveTo>
                    <a:pt x="800150" y="661644"/>
                  </a:moveTo>
                  <a:lnTo>
                    <a:pt x="759308" y="661644"/>
                  </a:lnTo>
                  <a:lnTo>
                    <a:pt x="759308" y="653476"/>
                  </a:lnTo>
                  <a:lnTo>
                    <a:pt x="800150" y="653476"/>
                  </a:lnTo>
                  <a:lnTo>
                    <a:pt x="800150" y="661644"/>
                  </a:lnTo>
                  <a:close/>
                </a:path>
                <a:path w="4582795" h="661670">
                  <a:moveTo>
                    <a:pt x="742971" y="661644"/>
                  </a:moveTo>
                  <a:lnTo>
                    <a:pt x="734802" y="661644"/>
                  </a:lnTo>
                  <a:lnTo>
                    <a:pt x="734802" y="653476"/>
                  </a:lnTo>
                  <a:lnTo>
                    <a:pt x="742971" y="653476"/>
                  </a:lnTo>
                  <a:lnTo>
                    <a:pt x="742971" y="661644"/>
                  </a:lnTo>
                  <a:close/>
                </a:path>
                <a:path w="4582795" h="661670">
                  <a:moveTo>
                    <a:pt x="718465" y="661644"/>
                  </a:moveTo>
                  <a:lnTo>
                    <a:pt x="677623" y="661644"/>
                  </a:lnTo>
                  <a:lnTo>
                    <a:pt x="677623" y="653476"/>
                  </a:lnTo>
                  <a:lnTo>
                    <a:pt x="718465" y="653476"/>
                  </a:lnTo>
                  <a:lnTo>
                    <a:pt x="718465" y="661644"/>
                  </a:lnTo>
                  <a:close/>
                </a:path>
                <a:path w="4582795" h="661670">
                  <a:moveTo>
                    <a:pt x="661286" y="661644"/>
                  </a:moveTo>
                  <a:lnTo>
                    <a:pt x="653118" y="661644"/>
                  </a:lnTo>
                  <a:lnTo>
                    <a:pt x="653118" y="653476"/>
                  </a:lnTo>
                  <a:lnTo>
                    <a:pt x="661286" y="653476"/>
                  </a:lnTo>
                  <a:lnTo>
                    <a:pt x="661286" y="661644"/>
                  </a:lnTo>
                  <a:close/>
                </a:path>
                <a:path w="4582795" h="661670">
                  <a:moveTo>
                    <a:pt x="636781" y="661644"/>
                  </a:moveTo>
                  <a:lnTo>
                    <a:pt x="595938" y="661644"/>
                  </a:lnTo>
                  <a:lnTo>
                    <a:pt x="595938" y="653476"/>
                  </a:lnTo>
                  <a:lnTo>
                    <a:pt x="636781" y="653476"/>
                  </a:lnTo>
                  <a:lnTo>
                    <a:pt x="636781" y="661644"/>
                  </a:lnTo>
                  <a:close/>
                </a:path>
                <a:path w="4582795" h="661670">
                  <a:moveTo>
                    <a:pt x="579602" y="661644"/>
                  </a:moveTo>
                  <a:lnTo>
                    <a:pt x="571433" y="661644"/>
                  </a:lnTo>
                  <a:lnTo>
                    <a:pt x="571433" y="653476"/>
                  </a:lnTo>
                  <a:lnTo>
                    <a:pt x="579602" y="653476"/>
                  </a:lnTo>
                  <a:lnTo>
                    <a:pt x="579602" y="661644"/>
                  </a:lnTo>
                  <a:close/>
                </a:path>
                <a:path w="4582795" h="661670">
                  <a:moveTo>
                    <a:pt x="555096" y="661644"/>
                  </a:moveTo>
                  <a:lnTo>
                    <a:pt x="514254" y="661644"/>
                  </a:lnTo>
                  <a:lnTo>
                    <a:pt x="514254" y="653476"/>
                  </a:lnTo>
                  <a:lnTo>
                    <a:pt x="555096" y="653476"/>
                  </a:lnTo>
                  <a:lnTo>
                    <a:pt x="555096" y="661644"/>
                  </a:lnTo>
                  <a:close/>
                </a:path>
                <a:path w="4582795" h="661670">
                  <a:moveTo>
                    <a:pt x="497917" y="661644"/>
                  </a:moveTo>
                  <a:lnTo>
                    <a:pt x="489749" y="661644"/>
                  </a:lnTo>
                  <a:lnTo>
                    <a:pt x="489749" y="653476"/>
                  </a:lnTo>
                  <a:lnTo>
                    <a:pt x="497917" y="653476"/>
                  </a:lnTo>
                  <a:lnTo>
                    <a:pt x="497917" y="661644"/>
                  </a:lnTo>
                  <a:close/>
                </a:path>
                <a:path w="4582795" h="661670">
                  <a:moveTo>
                    <a:pt x="473412" y="661644"/>
                  </a:moveTo>
                  <a:lnTo>
                    <a:pt x="432569" y="661644"/>
                  </a:lnTo>
                  <a:lnTo>
                    <a:pt x="432569" y="653476"/>
                  </a:lnTo>
                  <a:lnTo>
                    <a:pt x="473412" y="653476"/>
                  </a:lnTo>
                  <a:lnTo>
                    <a:pt x="473412" y="661644"/>
                  </a:lnTo>
                  <a:close/>
                </a:path>
                <a:path w="4582795" h="661670">
                  <a:moveTo>
                    <a:pt x="416233" y="661644"/>
                  </a:moveTo>
                  <a:lnTo>
                    <a:pt x="408064" y="661644"/>
                  </a:lnTo>
                  <a:lnTo>
                    <a:pt x="408064" y="653476"/>
                  </a:lnTo>
                  <a:lnTo>
                    <a:pt x="416233" y="653476"/>
                  </a:lnTo>
                  <a:lnTo>
                    <a:pt x="416233" y="661644"/>
                  </a:lnTo>
                  <a:close/>
                </a:path>
                <a:path w="4582795" h="661670">
                  <a:moveTo>
                    <a:pt x="391727" y="661644"/>
                  </a:moveTo>
                  <a:lnTo>
                    <a:pt x="350885" y="661644"/>
                  </a:lnTo>
                  <a:lnTo>
                    <a:pt x="350885" y="653476"/>
                  </a:lnTo>
                  <a:lnTo>
                    <a:pt x="391727" y="653476"/>
                  </a:lnTo>
                  <a:lnTo>
                    <a:pt x="391727" y="661644"/>
                  </a:lnTo>
                  <a:close/>
                </a:path>
                <a:path w="4582795" h="661670">
                  <a:moveTo>
                    <a:pt x="334548" y="661644"/>
                  </a:moveTo>
                  <a:lnTo>
                    <a:pt x="326380" y="661644"/>
                  </a:lnTo>
                  <a:lnTo>
                    <a:pt x="326380" y="653476"/>
                  </a:lnTo>
                  <a:lnTo>
                    <a:pt x="334548" y="653476"/>
                  </a:lnTo>
                  <a:lnTo>
                    <a:pt x="334548" y="661644"/>
                  </a:lnTo>
                  <a:close/>
                </a:path>
                <a:path w="4582795" h="661670">
                  <a:moveTo>
                    <a:pt x="310043" y="661644"/>
                  </a:moveTo>
                  <a:lnTo>
                    <a:pt x="269200" y="661644"/>
                  </a:lnTo>
                  <a:lnTo>
                    <a:pt x="269200" y="653476"/>
                  </a:lnTo>
                  <a:lnTo>
                    <a:pt x="310043" y="653476"/>
                  </a:lnTo>
                  <a:lnTo>
                    <a:pt x="310043" y="661644"/>
                  </a:lnTo>
                  <a:close/>
                </a:path>
                <a:path w="4582795" h="661670">
                  <a:moveTo>
                    <a:pt x="252864" y="661644"/>
                  </a:moveTo>
                  <a:lnTo>
                    <a:pt x="244695" y="661644"/>
                  </a:lnTo>
                  <a:lnTo>
                    <a:pt x="244695" y="653476"/>
                  </a:lnTo>
                  <a:lnTo>
                    <a:pt x="252864" y="653476"/>
                  </a:lnTo>
                  <a:lnTo>
                    <a:pt x="252864" y="661644"/>
                  </a:lnTo>
                  <a:close/>
                </a:path>
                <a:path w="4582795" h="661670">
                  <a:moveTo>
                    <a:pt x="228358" y="661644"/>
                  </a:moveTo>
                  <a:lnTo>
                    <a:pt x="187516" y="661644"/>
                  </a:lnTo>
                  <a:lnTo>
                    <a:pt x="187516" y="653476"/>
                  </a:lnTo>
                  <a:lnTo>
                    <a:pt x="228358" y="653476"/>
                  </a:lnTo>
                  <a:lnTo>
                    <a:pt x="228358" y="661644"/>
                  </a:lnTo>
                  <a:close/>
                </a:path>
                <a:path w="4582795" h="661670">
                  <a:moveTo>
                    <a:pt x="171179" y="661644"/>
                  </a:moveTo>
                  <a:lnTo>
                    <a:pt x="163011" y="661644"/>
                  </a:lnTo>
                  <a:lnTo>
                    <a:pt x="163011" y="653476"/>
                  </a:lnTo>
                  <a:lnTo>
                    <a:pt x="171179" y="653476"/>
                  </a:lnTo>
                  <a:lnTo>
                    <a:pt x="171179" y="661644"/>
                  </a:lnTo>
                  <a:close/>
                </a:path>
                <a:path w="4582795" h="661670">
                  <a:moveTo>
                    <a:pt x="146674" y="661644"/>
                  </a:moveTo>
                  <a:lnTo>
                    <a:pt x="105831" y="661644"/>
                  </a:lnTo>
                  <a:lnTo>
                    <a:pt x="105831" y="653476"/>
                  </a:lnTo>
                  <a:lnTo>
                    <a:pt x="146674" y="653476"/>
                  </a:lnTo>
                  <a:lnTo>
                    <a:pt x="146674" y="661644"/>
                  </a:lnTo>
                  <a:close/>
                </a:path>
                <a:path w="4582795" h="661670">
                  <a:moveTo>
                    <a:pt x="89441" y="660855"/>
                  </a:moveTo>
                  <a:lnTo>
                    <a:pt x="86612" y="660502"/>
                  </a:lnTo>
                  <a:lnTo>
                    <a:pt x="83808" y="660033"/>
                  </a:lnTo>
                  <a:lnTo>
                    <a:pt x="81029" y="659445"/>
                  </a:lnTo>
                  <a:lnTo>
                    <a:pt x="82442" y="652751"/>
                  </a:lnTo>
                  <a:lnTo>
                    <a:pt x="82511" y="652427"/>
                  </a:lnTo>
                  <a:lnTo>
                    <a:pt x="82602" y="651994"/>
                  </a:lnTo>
                  <a:lnTo>
                    <a:pt x="82717" y="651452"/>
                  </a:lnTo>
                  <a:lnTo>
                    <a:pt x="85284" y="651994"/>
                  </a:lnTo>
                  <a:lnTo>
                    <a:pt x="87863" y="652427"/>
                  </a:lnTo>
                  <a:lnTo>
                    <a:pt x="90453" y="652751"/>
                  </a:lnTo>
                  <a:lnTo>
                    <a:pt x="89617" y="659445"/>
                  </a:lnTo>
                  <a:lnTo>
                    <a:pt x="89544" y="660033"/>
                  </a:lnTo>
                  <a:lnTo>
                    <a:pt x="89441" y="660855"/>
                  </a:lnTo>
                  <a:close/>
                </a:path>
                <a:path w="4582795" h="661670">
                  <a:moveTo>
                    <a:pt x="64156" y="654330"/>
                  </a:moveTo>
                  <a:lnTo>
                    <a:pt x="54372" y="649816"/>
                  </a:lnTo>
                  <a:lnTo>
                    <a:pt x="45220" y="644361"/>
                  </a:lnTo>
                  <a:lnTo>
                    <a:pt x="36699" y="637963"/>
                  </a:lnTo>
                  <a:lnTo>
                    <a:pt x="28809" y="630624"/>
                  </a:lnTo>
                  <a:lnTo>
                    <a:pt x="34674" y="624937"/>
                  </a:lnTo>
                  <a:lnTo>
                    <a:pt x="41932" y="631688"/>
                  </a:lnTo>
                  <a:lnTo>
                    <a:pt x="49771" y="637574"/>
                  </a:lnTo>
                  <a:lnTo>
                    <a:pt x="58191" y="642593"/>
                  </a:lnTo>
                  <a:lnTo>
                    <a:pt x="67192" y="646746"/>
                  </a:lnTo>
                  <a:lnTo>
                    <a:pt x="64156" y="654330"/>
                  </a:lnTo>
                  <a:close/>
                </a:path>
                <a:path w="4582795" h="661670">
                  <a:moveTo>
                    <a:pt x="17859" y="617227"/>
                  </a:moveTo>
                  <a:lnTo>
                    <a:pt x="16242" y="614866"/>
                  </a:lnTo>
                  <a:lnTo>
                    <a:pt x="14834" y="612612"/>
                  </a:lnTo>
                  <a:lnTo>
                    <a:pt x="13315" y="609955"/>
                  </a:lnTo>
                  <a:lnTo>
                    <a:pt x="20419" y="605923"/>
                  </a:lnTo>
                  <a:lnTo>
                    <a:pt x="21718" y="608211"/>
                  </a:lnTo>
                  <a:lnTo>
                    <a:pt x="23111" y="610442"/>
                  </a:lnTo>
                  <a:lnTo>
                    <a:pt x="24481" y="612442"/>
                  </a:lnTo>
                  <a:lnTo>
                    <a:pt x="24598" y="612612"/>
                  </a:lnTo>
                  <a:lnTo>
                    <a:pt x="17859" y="617227"/>
                  </a:lnTo>
                  <a:close/>
                </a:path>
                <a:path w="4582795" h="661670">
                  <a:moveTo>
                    <a:pt x="6170" y="594497"/>
                  </a:moveTo>
                  <a:lnTo>
                    <a:pt x="3471" y="585961"/>
                  </a:lnTo>
                  <a:lnTo>
                    <a:pt x="1542" y="577289"/>
                  </a:lnTo>
                  <a:lnTo>
                    <a:pt x="385" y="568482"/>
                  </a:lnTo>
                  <a:lnTo>
                    <a:pt x="0" y="559538"/>
                  </a:lnTo>
                  <a:lnTo>
                    <a:pt x="0" y="552875"/>
                  </a:lnTo>
                  <a:lnTo>
                    <a:pt x="8168" y="552875"/>
                  </a:lnTo>
                  <a:lnTo>
                    <a:pt x="8168" y="559538"/>
                  </a:lnTo>
                  <a:lnTo>
                    <a:pt x="8523" y="567767"/>
                  </a:lnTo>
                  <a:lnTo>
                    <a:pt x="9587" y="575870"/>
                  </a:lnTo>
                  <a:lnTo>
                    <a:pt x="11361" y="583848"/>
                  </a:lnTo>
                  <a:lnTo>
                    <a:pt x="13845" y="591701"/>
                  </a:lnTo>
                  <a:lnTo>
                    <a:pt x="6170" y="594497"/>
                  </a:lnTo>
                  <a:close/>
                </a:path>
                <a:path w="4582795" h="661670">
                  <a:moveTo>
                    <a:pt x="8168" y="536538"/>
                  </a:moveTo>
                  <a:lnTo>
                    <a:pt x="0" y="536538"/>
                  </a:lnTo>
                  <a:lnTo>
                    <a:pt x="0" y="528369"/>
                  </a:lnTo>
                  <a:lnTo>
                    <a:pt x="8168" y="528369"/>
                  </a:lnTo>
                  <a:lnTo>
                    <a:pt x="8168" y="536538"/>
                  </a:lnTo>
                  <a:close/>
                </a:path>
                <a:path w="4582795" h="661670">
                  <a:moveTo>
                    <a:pt x="8168" y="512032"/>
                  </a:moveTo>
                  <a:lnTo>
                    <a:pt x="0" y="512032"/>
                  </a:lnTo>
                  <a:lnTo>
                    <a:pt x="0" y="471190"/>
                  </a:lnTo>
                  <a:lnTo>
                    <a:pt x="8168" y="471190"/>
                  </a:lnTo>
                  <a:lnTo>
                    <a:pt x="8168" y="512032"/>
                  </a:lnTo>
                  <a:close/>
                </a:path>
                <a:path w="4582795" h="661670">
                  <a:moveTo>
                    <a:pt x="8168" y="454853"/>
                  </a:moveTo>
                  <a:lnTo>
                    <a:pt x="0" y="454853"/>
                  </a:lnTo>
                  <a:lnTo>
                    <a:pt x="0" y="446685"/>
                  </a:lnTo>
                  <a:lnTo>
                    <a:pt x="8168" y="446685"/>
                  </a:lnTo>
                  <a:lnTo>
                    <a:pt x="8168" y="454853"/>
                  </a:lnTo>
                  <a:close/>
                </a:path>
                <a:path w="4582795" h="661670">
                  <a:moveTo>
                    <a:pt x="8168" y="430348"/>
                  </a:moveTo>
                  <a:lnTo>
                    <a:pt x="0" y="430348"/>
                  </a:lnTo>
                  <a:lnTo>
                    <a:pt x="0" y="389506"/>
                  </a:lnTo>
                  <a:lnTo>
                    <a:pt x="8168" y="389506"/>
                  </a:lnTo>
                  <a:lnTo>
                    <a:pt x="8168" y="430348"/>
                  </a:lnTo>
                  <a:close/>
                </a:path>
                <a:path w="4582795" h="661670">
                  <a:moveTo>
                    <a:pt x="8168" y="373169"/>
                  </a:moveTo>
                  <a:lnTo>
                    <a:pt x="0" y="373169"/>
                  </a:lnTo>
                  <a:lnTo>
                    <a:pt x="0" y="365000"/>
                  </a:lnTo>
                  <a:lnTo>
                    <a:pt x="8168" y="365000"/>
                  </a:lnTo>
                  <a:lnTo>
                    <a:pt x="8168" y="373169"/>
                  </a:lnTo>
                  <a:close/>
                </a:path>
                <a:path w="4582795" h="661670">
                  <a:moveTo>
                    <a:pt x="8168" y="348663"/>
                  </a:moveTo>
                  <a:lnTo>
                    <a:pt x="0" y="348663"/>
                  </a:lnTo>
                  <a:lnTo>
                    <a:pt x="0" y="307821"/>
                  </a:lnTo>
                  <a:lnTo>
                    <a:pt x="8168" y="307821"/>
                  </a:lnTo>
                  <a:lnTo>
                    <a:pt x="8168" y="348663"/>
                  </a:lnTo>
                  <a:close/>
                </a:path>
                <a:path w="4582795" h="661670">
                  <a:moveTo>
                    <a:pt x="8168" y="291484"/>
                  </a:moveTo>
                  <a:lnTo>
                    <a:pt x="0" y="291484"/>
                  </a:lnTo>
                  <a:lnTo>
                    <a:pt x="0" y="283316"/>
                  </a:lnTo>
                  <a:lnTo>
                    <a:pt x="8168" y="283316"/>
                  </a:lnTo>
                  <a:lnTo>
                    <a:pt x="8168" y="291484"/>
                  </a:lnTo>
                  <a:close/>
                </a:path>
                <a:path w="4582795" h="661670">
                  <a:moveTo>
                    <a:pt x="8168" y="266979"/>
                  </a:moveTo>
                  <a:lnTo>
                    <a:pt x="0" y="266979"/>
                  </a:lnTo>
                  <a:lnTo>
                    <a:pt x="0" y="226137"/>
                  </a:lnTo>
                  <a:lnTo>
                    <a:pt x="8168" y="226137"/>
                  </a:lnTo>
                  <a:lnTo>
                    <a:pt x="8168" y="266979"/>
                  </a:lnTo>
                  <a:close/>
                </a:path>
                <a:path w="4582795" h="661670">
                  <a:moveTo>
                    <a:pt x="8168" y="209800"/>
                  </a:moveTo>
                  <a:lnTo>
                    <a:pt x="0" y="209800"/>
                  </a:lnTo>
                  <a:lnTo>
                    <a:pt x="0" y="201631"/>
                  </a:lnTo>
                  <a:lnTo>
                    <a:pt x="8168" y="201631"/>
                  </a:lnTo>
                  <a:lnTo>
                    <a:pt x="8168" y="209800"/>
                  </a:lnTo>
                  <a:close/>
                </a:path>
                <a:path w="4582795" h="661670">
                  <a:moveTo>
                    <a:pt x="8168" y="185294"/>
                  </a:moveTo>
                  <a:lnTo>
                    <a:pt x="0" y="185294"/>
                  </a:lnTo>
                  <a:lnTo>
                    <a:pt x="0" y="144452"/>
                  </a:lnTo>
                  <a:lnTo>
                    <a:pt x="8168" y="144452"/>
                  </a:lnTo>
                  <a:lnTo>
                    <a:pt x="8168" y="185294"/>
                  </a:lnTo>
                  <a:close/>
                </a:path>
                <a:path w="4582795" h="661670">
                  <a:moveTo>
                    <a:pt x="8168" y="128115"/>
                  </a:moveTo>
                  <a:lnTo>
                    <a:pt x="0" y="128115"/>
                  </a:lnTo>
                  <a:lnTo>
                    <a:pt x="0" y="119947"/>
                  </a:lnTo>
                  <a:lnTo>
                    <a:pt x="8168" y="119947"/>
                  </a:lnTo>
                  <a:lnTo>
                    <a:pt x="8168" y="128115"/>
                  </a:lnTo>
                  <a:close/>
                </a:path>
                <a:path w="4582795" h="661670">
                  <a:moveTo>
                    <a:pt x="8168" y="103610"/>
                  </a:moveTo>
                  <a:lnTo>
                    <a:pt x="0" y="103610"/>
                  </a:lnTo>
                  <a:lnTo>
                    <a:pt x="0" y="102105"/>
                  </a:lnTo>
                  <a:lnTo>
                    <a:pt x="470" y="92606"/>
                  </a:lnTo>
                  <a:lnTo>
                    <a:pt x="511" y="91779"/>
                  </a:lnTo>
                  <a:lnTo>
                    <a:pt x="2045" y="81661"/>
                  </a:lnTo>
                  <a:lnTo>
                    <a:pt x="4602" y="71753"/>
                  </a:lnTo>
                  <a:lnTo>
                    <a:pt x="8182" y="62055"/>
                  </a:lnTo>
                  <a:lnTo>
                    <a:pt x="15696" y="65259"/>
                  </a:lnTo>
                  <a:lnTo>
                    <a:pt x="12403" y="74183"/>
                  </a:lnTo>
                  <a:lnTo>
                    <a:pt x="10050" y="83298"/>
                  </a:lnTo>
                  <a:lnTo>
                    <a:pt x="8764" y="91779"/>
                  </a:lnTo>
                  <a:lnTo>
                    <a:pt x="8638" y="92606"/>
                  </a:lnTo>
                  <a:lnTo>
                    <a:pt x="8168" y="102105"/>
                  </a:lnTo>
                  <a:lnTo>
                    <a:pt x="8168" y="103610"/>
                  </a:lnTo>
                  <a:close/>
                </a:path>
                <a:path w="4582795" h="661670">
                  <a:moveTo>
                    <a:pt x="22989" y="51462"/>
                  </a:moveTo>
                  <a:lnTo>
                    <a:pt x="16109" y="47059"/>
                  </a:lnTo>
                  <a:lnTo>
                    <a:pt x="17660" y="44635"/>
                  </a:lnTo>
                  <a:lnTo>
                    <a:pt x="19310" y="42283"/>
                  </a:lnTo>
                  <a:lnTo>
                    <a:pt x="21058" y="40000"/>
                  </a:lnTo>
                  <a:lnTo>
                    <a:pt x="27542" y="44970"/>
                  </a:lnTo>
                  <a:lnTo>
                    <a:pt x="25940" y="47059"/>
                  </a:lnTo>
                  <a:lnTo>
                    <a:pt x="24414" y="49234"/>
                  </a:lnTo>
                  <a:lnTo>
                    <a:pt x="22989" y="51462"/>
                  </a:lnTo>
                  <a:close/>
                </a:path>
                <a:path w="4582795" h="661670">
                  <a:moveTo>
                    <a:pt x="38284" y="33177"/>
                  </a:moveTo>
                  <a:lnTo>
                    <a:pt x="69442" y="5364"/>
                  </a:lnTo>
                  <a:lnTo>
                    <a:pt x="72055" y="13104"/>
                  </a:lnTo>
                  <a:lnTo>
                    <a:pt x="62807" y="16768"/>
                  </a:lnTo>
                  <a:lnTo>
                    <a:pt x="54095" y="21335"/>
                  </a:lnTo>
                  <a:lnTo>
                    <a:pt x="45921" y="26805"/>
                  </a:lnTo>
                  <a:lnTo>
                    <a:pt x="38284" y="33177"/>
                  </a:lnTo>
                  <a:close/>
                </a:path>
                <a:path w="4582795" h="661670">
                  <a:moveTo>
                    <a:pt x="87615" y="9293"/>
                  </a:moveTo>
                  <a:lnTo>
                    <a:pt x="86355" y="1222"/>
                  </a:lnTo>
                  <a:lnTo>
                    <a:pt x="89116" y="790"/>
                  </a:lnTo>
                  <a:lnTo>
                    <a:pt x="91892" y="473"/>
                  </a:lnTo>
                  <a:lnTo>
                    <a:pt x="94682" y="271"/>
                  </a:lnTo>
                  <a:lnTo>
                    <a:pt x="95275" y="8417"/>
                  </a:lnTo>
                  <a:lnTo>
                    <a:pt x="92712" y="8604"/>
                  </a:lnTo>
                  <a:lnTo>
                    <a:pt x="90159" y="8896"/>
                  </a:lnTo>
                  <a:lnTo>
                    <a:pt x="87615" y="9293"/>
                  </a:lnTo>
                  <a:close/>
                </a:path>
                <a:path w="4582795" h="661670">
                  <a:moveTo>
                    <a:pt x="142947" y="8168"/>
                  </a:moveTo>
                  <a:lnTo>
                    <a:pt x="102105" y="8168"/>
                  </a:lnTo>
                  <a:lnTo>
                    <a:pt x="102105" y="0"/>
                  </a:lnTo>
                  <a:lnTo>
                    <a:pt x="142947" y="0"/>
                  </a:lnTo>
                  <a:lnTo>
                    <a:pt x="142947" y="8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71611" y="1968596"/>
            <a:ext cx="2532380" cy="2532380"/>
          </a:xfrm>
          <a:prstGeom prst="rect">
            <a:avLst/>
          </a:prstGeom>
          <a:ln w="816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5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750" b="1" dirty="0">
                <a:latin typeface="Arial"/>
                <a:cs typeface="Arial"/>
              </a:rPr>
              <a:t>Order</a:t>
            </a:r>
            <a:r>
              <a:rPr sz="750" b="1" spc="65" dirty="0">
                <a:latin typeface="Arial"/>
                <a:cs typeface="Arial"/>
              </a:rPr>
              <a:t> </a:t>
            </a:r>
            <a:r>
              <a:rPr sz="750" b="1" spc="-10" dirty="0">
                <a:latin typeface="Arial"/>
                <a:cs typeface="Arial"/>
              </a:rPr>
              <a:t>Summary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750">
              <a:latin typeface="Arial"/>
              <a:cs typeface="Arial"/>
            </a:endParaRPr>
          </a:p>
          <a:p>
            <a:pPr marR="635"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Product</a:t>
            </a:r>
            <a:r>
              <a:rPr sz="750" spc="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name</a:t>
            </a:r>
            <a:r>
              <a:rPr sz="750" spc="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2</a:t>
            </a:r>
            <a:r>
              <a:rPr sz="750" spc="55" dirty="0">
                <a:latin typeface="Arial"/>
                <a:cs typeface="Arial"/>
              </a:rPr>
              <a:t> </a:t>
            </a:r>
            <a:r>
              <a:rPr sz="750" b="1" spc="-25" dirty="0">
                <a:latin typeface="Arial"/>
                <a:cs typeface="Arial"/>
              </a:rPr>
              <a:t>x1</a:t>
            </a:r>
            <a:endParaRPr sz="750">
              <a:latin typeface="Arial"/>
              <a:cs typeface="Arial"/>
            </a:endParaRPr>
          </a:p>
          <a:p>
            <a:pPr marR="635" algn="ctr">
              <a:lnSpc>
                <a:spcPct val="100000"/>
              </a:lnSpc>
            </a:pPr>
            <a:r>
              <a:rPr sz="750" spc="-10" dirty="0">
                <a:latin typeface="Arial"/>
                <a:cs typeface="Arial"/>
              </a:rPr>
              <a:t>£0.00</a:t>
            </a:r>
            <a:endParaRPr sz="7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926" y="5317661"/>
            <a:ext cx="2287270" cy="1415415"/>
          </a:xfrm>
          <a:prstGeom prst="rect">
            <a:avLst/>
          </a:prstGeom>
          <a:ln w="816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75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</a:pPr>
            <a:r>
              <a:rPr sz="750" b="1" dirty="0">
                <a:latin typeface="Arial"/>
                <a:cs typeface="Arial"/>
              </a:rPr>
              <a:t>Awaiting</a:t>
            </a:r>
            <a:r>
              <a:rPr sz="750" b="1" spc="270" dirty="0">
                <a:latin typeface="Arial"/>
                <a:cs typeface="Arial"/>
              </a:rPr>
              <a:t> </a:t>
            </a:r>
            <a:r>
              <a:rPr sz="750" b="1" spc="-10" dirty="0">
                <a:latin typeface="Arial"/>
                <a:cs typeface="Arial"/>
              </a:rPr>
              <a:t>verification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750">
              <a:latin typeface="Arial"/>
              <a:cs typeface="Arial"/>
            </a:endParaRPr>
          </a:p>
          <a:p>
            <a:pPr marR="27940"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We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are</a:t>
            </a:r>
            <a:r>
              <a:rPr sz="750" spc="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checking</a:t>
            </a:r>
            <a:r>
              <a:rPr sz="750" spc="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your</a:t>
            </a:r>
            <a:r>
              <a:rPr sz="750" spc="5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prescription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72681" y="5250271"/>
            <a:ext cx="2287270" cy="1415415"/>
          </a:xfrm>
          <a:prstGeom prst="rect">
            <a:avLst/>
          </a:prstGeom>
          <a:ln w="816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75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</a:pPr>
            <a:r>
              <a:rPr sz="750" b="1" dirty="0">
                <a:latin typeface="Arial"/>
                <a:cs typeface="Arial"/>
              </a:rPr>
              <a:t>Not</a:t>
            </a:r>
            <a:r>
              <a:rPr sz="750" b="1" spc="30" dirty="0">
                <a:latin typeface="Arial"/>
                <a:cs typeface="Arial"/>
              </a:rPr>
              <a:t> </a:t>
            </a:r>
            <a:r>
              <a:rPr sz="750" b="1" spc="-10" dirty="0">
                <a:latin typeface="Arial"/>
                <a:cs typeface="Arial"/>
              </a:rPr>
              <a:t>Approved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750">
              <a:latin typeface="Arial"/>
              <a:cs typeface="Arial"/>
            </a:endParaRPr>
          </a:p>
          <a:p>
            <a:pPr marR="635"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Reason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shown,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contact</a:t>
            </a:r>
            <a:r>
              <a:rPr sz="750" spc="6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the</a:t>
            </a:r>
            <a:r>
              <a:rPr sz="750" spc="7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hospital</a:t>
            </a:r>
            <a:endParaRPr sz="7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40461" y="5317661"/>
            <a:ext cx="2287270" cy="1415415"/>
          </a:xfrm>
          <a:prstGeom prst="rect">
            <a:avLst/>
          </a:prstGeom>
          <a:ln w="816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75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Approved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750">
              <a:latin typeface="Arial"/>
              <a:cs typeface="Arial"/>
            </a:endParaRPr>
          </a:p>
          <a:p>
            <a:pPr marR="635" algn="ctr">
              <a:lnSpc>
                <a:spcPct val="100000"/>
              </a:lnSpc>
            </a:pPr>
            <a:r>
              <a:rPr sz="750" dirty="0">
                <a:latin typeface="Arial"/>
                <a:cs typeface="Arial"/>
              </a:rPr>
              <a:t>Continue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payment</a:t>
            </a:r>
            <a:endParaRPr sz="7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2930" y="4941465"/>
            <a:ext cx="101091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Arial"/>
                <a:cs typeface="Arial"/>
              </a:rPr>
              <a:t>Verification</a:t>
            </a:r>
            <a:r>
              <a:rPr sz="900" b="1" spc="-50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status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40264" y="3765208"/>
            <a:ext cx="130175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latin typeface="Arial"/>
                <a:cs typeface="Arial"/>
              </a:rPr>
              <a:t>Upload</a:t>
            </a:r>
            <a:r>
              <a:rPr sz="750" spc="8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prescription</a:t>
            </a:r>
            <a:r>
              <a:rPr sz="750" spc="9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(optional)</a:t>
            </a:r>
            <a:endParaRPr sz="7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8194" y="1404526"/>
            <a:ext cx="152146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latin typeface="Arial"/>
                <a:cs typeface="Arial"/>
              </a:rPr>
              <a:t>Verify</a:t>
            </a:r>
            <a:r>
              <a:rPr sz="1150" spc="-3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your</a:t>
            </a:r>
            <a:r>
              <a:rPr sz="1150" spc="-30" dirty="0">
                <a:latin typeface="Arial"/>
                <a:cs typeface="Arial"/>
              </a:rPr>
              <a:t> </a:t>
            </a:r>
            <a:r>
              <a:rPr sz="1150" spc="-10" dirty="0">
                <a:latin typeface="Arial"/>
                <a:cs typeface="Arial"/>
              </a:rPr>
              <a:t>prescription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14485" y="2049834"/>
            <a:ext cx="98488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latin typeface="Arial"/>
                <a:cs typeface="Arial"/>
              </a:rPr>
              <a:t>Prescription</a:t>
            </a:r>
            <a:r>
              <a:rPr sz="750" spc="12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reference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63" y="3589"/>
            <a:ext cx="10663555" cy="6538595"/>
            <a:chOff x="3663" y="3589"/>
            <a:chExt cx="10663555" cy="6538595"/>
          </a:xfrm>
        </p:grpSpPr>
        <p:sp>
          <p:nvSpPr>
            <p:cNvPr id="3" name="object 3"/>
            <p:cNvSpPr/>
            <p:nvPr/>
          </p:nvSpPr>
          <p:spPr>
            <a:xfrm>
              <a:off x="7473" y="7399"/>
              <a:ext cx="10655935" cy="6511925"/>
            </a:xfrm>
            <a:custGeom>
              <a:avLst/>
              <a:rect l="l" t="t" r="r" b="b"/>
              <a:pathLst>
                <a:path w="10655935" h="6511925">
                  <a:moveTo>
                    <a:pt x="0" y="0"/>
                  </a:moveTo>
                  <a:lnTo>
                    <a:pt x="10655752" y="0"/>
                  </a:lnTo>
                  <a:lnTo>
                    <a:pt x="10655752" y="6511849"/>
                  </a:lnTo>
                  <a:lnTo>
                    <a:pt x="0" y="6511849"/>
                  </a:lnTo>
                  <a:lnTo>
                    <a:pt x="0" y="0"/>
                  </a:lnTo>
                  <a:close/>
                </a:path>
              </a:pathLst>
            </a:custGeom>
            <a:ln w="7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473" y="6315753"/>
              <a:ext cx="10655935" cy="222250"/>
            </a:xfrm>
            <a:custGeom>
              <a:avLst/>
              <a:rect l="l" t="t" r="r" b="b"/>
              <a:pathLst>
                <a:path w="10655935" h="222250">
                  <a:moveTo>
                    <a:pt x="10655752" y="221994"/>
                  </a:moveTo>
                  <a:lnTo>
                    <a:pt x="0" y="221994"/>
                  </a:lnTo>
                  <a:lnTo>
                    <a:pt x="0" y="0"/>
                  </a:lnTo>
                  <a:lnTo>
                    <a:pt x="10655752" y="0"/>
                  </a:lnTo>
                  <a:lnTo>
                    <a:pt x="10655752" y="221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473" y="6315753"/>
              <a:ext cx="10655935" cy="222250"/>
            </a:xfrm>
            <a:custGeom>
              <a:avLst/>
              <a:rect l="l" t="t" r="r" b="b"/>
              <a:pathLst>
                <a:path w="10655935" h="222250">
                  <a:moveTo>
                    <a:pt x="0" y="0"/>
                  </a:moveTo>
                  <a:lnTo>
                    <a:pt x="10655752" y="0"/>
                  </a:lnTo>
                  <a:lnTo>
                    <a:pt x="10655752" y="221994"/>
                  </a:lnTo>
                  <a:lnTo>
                    <a:pt x="0" y="221994"/>
                  </a:lnTo>
                  <a:lnTo>
                    <a:pt x="0" y="0"/>
                  </a:lnTo>
                  <a:close/>
                </a:path>
              </a:pathLst>
            </a:custGeom>
            <a:ln w="7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44455" y="264792"/>
            <a:ext cx="6426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Health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Link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001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4444" y="264792"/>
            <a:ext cx="26289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0" dirty="0">
                <a:latin typeface="Arial"/>
                <a:cs typeface="Arial"/>
              </a:rPr>
              <a:t>Home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7238" y="264792"/>
            <a:ext cx="39116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About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Us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37613" y="264792"/>
            <a:ext cx="45021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10" dirty="0">
                <a:latin typeface="Arial"/>
                <a:cs typeface="Arial"/>
              </a:rPr>
              <a:t>Pharmacy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77507" y="264792"/>
            <a:ext cx="49466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latin typeface="Arial"/>
                <a:cs typeface="Arial"/>
              </a:rPr>
              <a:t>Contact</a:t>
            </a:r>
            <a:r>
              <a:rPr sz="700" b="1" spc="-5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Us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88535" y="264792"/>
            <a:ext cx="48450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My</a:t>
            </a:r>
            <a:r>
              <a:rPr sz="700" spc="-5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Account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735571" y="6293553"/>
            <a:ext cx="1561465" cy="222250"/>
            <a:chOff x="8735571" y="6293553"/>
            <a:chExt cx="1561465" cy="222250"/>
          </a:xfrm>
        </p:grpSpPr>
        <p:pic>
          <p:nvPicPr>
            <p:cNvPr id="13" name="object 13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735571" y="6293553"/>
              <a:ext cx="221994" cy="22199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161061" y="6293553"/>
              <a:ext cx="221994" cy="22199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097139" y="6304653"/>
              <a:ext cx="199795" cy="19979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362973" y="6332652"/>
            <a:ext cx="2235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0" dirty="0">
                <a:latin typeface="Arial"/>
                <a:cs typeface="Arial"/>
              </a:rPr>
              <a:t>2026</a:t>
            </a:r>
            <a:endParaRPr sz="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53951" y="6332652"/>
            <a:ext cx="6426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Health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Link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001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8747" y="6354852"/>
            <a:ext cx="1812289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WF-09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/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Pharmacy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payment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and</a:t>
            </a:r>
            <a:r>
              <a:rPr sz="700" spc="-10" dirty="0">
                <a:latin typeface="Arial"/>
                <a:cs typeface="Arial"/>
              </a:rPr>
              <a:t> confirmation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87267" y="1117374"/>
            <a:ext cx="1554480" cy="4828540"/>
          </a:xfrm>
          <a:prstGeom prst="rect">
            <a:avLst/>
          </a:prstGeom>
          <a:ln w="739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700">
              <a:latin typeface="Times New Roman"/>
              <a:cs typeface="Times New Roman"/>
            </a:endParaRPr>
          </a:p>
          <a:p>
            <a:pPr marL="328930">
              <a:lnSpc>
                <a:spcPct val="100000"/>
              </a:lnSpc>
            </a:pPr>
            <a:r>
              <a:rPr sz="700" b="1" spc="-10" dirty="0">
                <a:latin typeface="Arial"/>
                <a:cs typeface="Arial"/>
              </a:rPr>
              <a:t>Annotations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"/>
              <a:cs typeface="Arial"/>
            </a:endParaRPr>
          </a:p>
          <a:p>
            <a:pPr marL="130175" marR="122555" indent="73660" algn="ctr">
              <a:lnSpc>
                <a:spcPts val="819"/>
              </a:lnSpc>
              <a:buAutoNum type="arabicPlain"/>
              <a:tabLst>
                <a:tab pos="203835" algn="l"/>
              </a:tabLst>
            </a:pPr>
            <a:r>
              <a:rPr sz="700" dirty="0">
                <a:latin typeface="Arial"/>
                <a:cs typeface="Arial"/>
              </a:rPr>
              <a:t>Online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payment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is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taken</a:t>
            </a:r>
            <a:r>
              <a:rPr sz="700" spc="-10" dirty="0">
                <a:latin typeface="Arial"/>
                <a:cs typeface="Arial"/>
              </a:rPr>
              <a:t> where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applicable.</a:t>
            </a:r>
            <a:endParaRPr sz="700">
              <a:latin typeface="Arial"/>
              <a:cs typeface="Arial"/>
            </a:endParaRPr>
          </a:p>
          <a:p>
            <a:pPr marL="107950" marR="100330" indent="73660" algn="ctr">
              <a:lnSpc>
                <a:spcPct val="104000"/>
              </a:lnSpc>
              <a:spcBef>
                <a:spcPts val="790"/>
              </a:spcBef>
              <a:buAutoNum type="arabicPlain"/>
              <a:tabLst>
                <a:tab pos="181610" algn="l"/>
              </a:tabLst>
            </a:pPr>
            <a:r>
              <a:rPr sz="700" dirty="0">
                <a:latin typeface="Arial"/>
                <a:cs typeface="Arial"/>
              </a:rPr>
              <a:t>Payment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is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requested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only </a:t>
            </a:r>
            <a:r>
              <a:rPr sz="700" spc="-20" dirty="0">
                <a:latin typeface="Arial"/>
                <a:cs typeface="Arial"/>
              </a:rPr>
              <a:t>once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the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order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is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approved.</a:t>
            </a:r>
            <a:endParaRPr sz="700">
              <a:latin typeface="Arial"/>
              <a:cs typeface="Arial"/>
            </a:endParaRPr>
          </a:p>
          <a:p>
            <a:pPr marL="127635" marR="120014" indent="73660" algn="ctr">
              <a:lnSpc>
                <a:spcPct val="99400"/>
              </a:lnSpc>
              <a:spcBef>
                <a:spcPts val="795"/>
              </a:spcBef>
              <a:buAutoNum type="arabicPlain"/>
              <a:tabLst>
                <a:tab pos="201295" algn="l"/>
              </a:tabLst>
            </a:pPr>
            <a:r>
              <a:rPr sz="700" dirty="0">
                <a:latin typeface="Arial"/>
                <a:cs typeface="Arial"/>
              </a:rPr>
              <a:t>Order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Confirmation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is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show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on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screen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after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</a:t>
            </a:r>
            <a:r>
              <a:rPr sz="700" spc="-10" dirty="0">
                <a:latin typeface="Arial"/>
                <a:cs typeface="Arial"/>
              </a:rPr>
              <a:t> successful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purchase,with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copy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send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the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customer.</a:t>
            </a:r>
            <a:endParaRPr sz="7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1472" y="1117373"/>
            <a:ext cx="5065395" cy="4662170"/>
          </a:xfrm>
          <a:custGeom>
            <a:avLst/>
            <a:rect l="l" t="t" r="r" b="b"/>
            <a:pathLst>
              <a:path w="5065395" h="4662170">
                <a:moveTo>
                  <a:pt x="0" y="0"/>
                </a:moveTo>
                <a:lnTo>
                  <a:pt x="5065182" y="0"/>
                </a:lnTo>
                <a:lnTo>
                  <a:pt x="5065182" y="4661891"/>
                </a:lnTo>
                <a:lnTo>
                  <a:pt x="0" y="4661891"/>
                </a:lnTo>
                <a:lnTo>
                  <a:pt x="0" y="0"/>
                </a:lnTo>
                <a:close/>
              </a:path>
            </a:pathLst>
          </a:custGeom>
          <a:ln w="73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03466" y="4965284"/>
            <a:ext cx="4291965" cy="444500"/>
          </a:xfrm>
          <a:prstGeom prst="rect">
            <a:avLst/>
          </a:prstGeom>
          <a:solidFill>
            <a:srgbClr val="B0DDF0"/>
          </a:solidFill>
          <a:ln w="7399">
            <a:solidFill>
              <a:srgbClr val="0F739D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dirty="0">
                <a:latin typeface="Arial"/>
                <a:cs typeface="Arial"/>
              </a:rPr>
              <a:t>Pay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now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3466" y="2079351"/>
            <a:ext cx="4291965" cy="2219960"/>
          </a:xfrm>
          <a:custGeom>
            <a:avLst/>
            <a:rect l="l" t="t" r="r" b="b"/>
            <a:pathLst>
              <a:path w="4291965" h="2219960">
                <a:moveTo>
                  <a:pt x="0" y="887979"/>
                </a:moveTo>
                <a:lnTo>
                  <a:pt x="4291900" y="887979"/>
                </a:lnTo>
                <a:lnTo>
                  <a:pt x="4291900" y="1331969"/>
                </a:lnTo>
                <a:lnTo>
                  <a:pt x="0" y="1331969"/>
                </a:lnTo>
                <a:lnTo>
                  <a:pt x="0" y="887979"/>
                </a:lnTo>
                <a:close/>
              </a:path>
              <a:path w="4291965" h="2219960">
                <a:moveTo>
                  <a:pt x="0" y="0"/>
                </a:moveTo>
                <a:lnTo>
                  <a:pt x="4291900" y="0"/>
                </a:lnTo>
                <a:lnTo>
                  <a:pt x="4291900" y="443989"/>
                </a:lnTo>
                <a:lnTo>
                  <a:pt x="0" y="443989"/>
                </a:lnTo>
                <a:lnTo>
                  <a:pt x="0" y="0"/>
                </a:lnTo>
                <a:close/>
              </a:path>
              <a:path w="4291965" h="2219960">
                <a:moveTo>
                  <a:pt x="0" y="1775958"/>
                </a:moveTo>
                <a:lnTo>
                  <a:pt x="1775958" y="1775958"/>
                </a:lnTo>
                <a:lnTo>
                  <a:pt x="1775958" y="2219948"/>
                </a:lnTo>
                <a:lnTo>
                  <a:pt x="0" y="2219948"/>
                </a:lnTo>
                <a:lnTo>
                  <a:pt x="0" y="1775958"/>
                </a:lnTo>
                <a:close/>
              </a:path>
              <a:path w="4291965" h="2219960">
                <a:moveTo>
                  <a:pt x="2441943" y="1775958"/>
                </a:moveTo>
                <a:lnTo>
                  <a:pt x="4291900" y="1775958"/>
                </a:lnTo>
                <a:lnTo>
                  <a:pt x="4291900" y="2219948"/>
                </a:lnTo>
                <a:lnTo>
                  <a:pt x="2441943" y="2219948"/>
                </a:lnTo>
                <a:lnTo>
                  <a:pt x="2441943" y="1775958"/>
                </a:lnTo>
                <a:close/>
              </a:path>
            </a:pathLst>
          </a:custGeom>
          <a:ln w="73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36227" y="1345167"/>
            <a:ext cx="104203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latin typeface="Arial"/>
                <a:cs typeface="Arial"/>
              </a:rPr>
              <a:t>Step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1: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payment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9871" y="1892755"/>
            <a:ext cx="57086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Name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on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card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2643" y="2780734"/>
            <a:ext cx="53149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Card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number</a:t>
            </a:r>
            <a:endParaRPr sz="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9642" y="3668714"/>
            <a:ext cx="45720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Expiry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date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23637" y="3668714"/>
            <a:ext cx="5511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Security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code</a:t>
            </a:r>
            <a:endParaRPr sz="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6682" y="4630691"/>
            <a:ext cx="49530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-10" dirty="0">
                <a:latin typeface="Arial"/>
                <a:cs typeface="Arial"/>
              </a:rPr>
              <a:t>Total: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£0.00</a:t>
            </a:r>
            <a:endParaRPr sz="7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05341" y="2597339"/>
            <a:ext cx="2664460" cy="1406525"/>
          </a:xfrm>
          <a:prstGeom prst="rect">
            <a:avLst/>
          </a:prstGeom>
          <a:ln w="739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700">
              <a:latin typeface="Times New Roman"/>
              <a:cs typeface="Times New Roman"/>
            </a:endParaRPr>
          </a:p>
          <a:p>
            <a:pPr marL="967740" marR="967740" algn="ctr">
              <a:lnSpc>
                <a:spcPct val="104000"/>
              </a:lnSpc>
            </a:pPr>
            <a:r>
              <a:rPr sz="700" dirty="0">
                <a:latin typeface="Arial"/>
                <a:cs typeface="Arial"/>
              </a:rPr>
              <a:t>Product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name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2x1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Total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paid: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£0.00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24045" y="1117373"/>
            <a:ext cx="3067685" cy="4662170"/>
          </a:xfrm>
          <a:prstGeom prst="rect">
            <a:avLst/>
          </a:prstGeom>
          <a:ln w="7399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endParaRPr sz="1050">
              <a:latin typeface="Times New Roman"/>
              <a:cs typeface="Times New Roman"/>
            </a:endParaRPr>
          </a:p>
          <a:p>
            <a:pPr marL="247650">
              <a:lnSpc>
                <a:spcPct val="100000"/>
              </a:lnSpc>
            </a:pPr>
            <a:r>
              <a:rPr sz="1050" b="1" dirty="0">
                <a:latin typeface="Arial"/>
                <a:cs typeface="Arial"/>
              </a:rPr>
              <a:t>Step</a:t>
            </a:r>
            <a:r>
              <a:rPr sz="1050" b="1" spc="24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2: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Order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confirmed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050">
              <a:latin typeface="Arial"/>
              <a:cs typeface="Arial"/>
            </a:endParaRPr>
          </a:p>
          <a:p>
            <a:pPr marL="567055">
              <a:lnSpc>
                <a:spcPct val="100000"/>
              </a:lnSpc>
            </a:pPr>
            <a:r>
              <a:rPr sz="700" dirty="0">
                <a:latin typeface="Arial"/>
                <a:cs typeface="Arial"/>
              </a:rPr>
              <a:t>Order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reference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700">
              <a:latin typeface="Arial"/>
              <a:cs typeface="Arial"/>
            </a:endParaRPr>
          </a:p>
          <a:p>
            <a:pPr marL="391795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Arial"/>
                <a:cs typeface="Arial"/>
              </a:rPr>
              <a:t>We</a:t>
            </a:r>
            <a:r>
              <a:rPr sz="700" spc="18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will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notify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you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when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your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order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is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ready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for</a:t>
            </a:r>
            <a:r>
              <a:rPr sz="700" spc="-10" dirty="0">
                <a:latin typeface="Arial"/>
                <a:cs typeface="Arial"/>
              </a:rPr>
              <a:t> collection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Arial"/>
              <a:cs typeface="Arial"/>
            </a:endParaRPr>
          </a:p>
          <a:p>
            <a:pPr marL="360045">
              <a:lnSpc>
                <a:spcPct val="100000"/>
              </a:lnSpc>
            </a:pPr>
            <a:r>
              <a:rPr sz="700" dirty="0">
                <a:latin typeface="Arial"/>
                <a:cs typeface="Arial"/>
              </a:rPr>
              <a:t>view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my</a:t>
            </a:r>
            <a:r>
              <a:rPr sz="700" spc="-10" dirty="0">
                <a:latin typeface="Arial"/>
                <a:cs typeface="Arial"/>
              </a:rPr>
              <a:t> orders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63" y="3589"/>
            <a:ext cx="10663555" cy="6538595"/>
            <a:chOff x="3663" y="3589"/>
            <a:chExt cx="10663555" cy="6538595"/>
          </a:xfrm>
        </p:grpSpPr>
        <p:sp>
          <p:nvSpPr>
            <p:cNvPr id="3" name="object 3"/>
            <p:cNvSpPr/>
            <p:nvPr/>
          </p:nvSpPr>
          <p:spPr>
            <a:xfrm>
              <a:off x="7473" y="7399"/>
              <a:ext cx="10655935" cy="6511925"/>
            </a:xfrm>
            <a:custGeom>
              <a:avLst/>
              <a:rect l="l" t="t" r="r" b="b"/>
              <a:pathLst>
                <a:path w="10655935" h="6511925">
                  <a:moveTo>
                    <a:pt x="0" y="0"/>
                  </a:moveTo>
                  <a:lnTo>
                    <a:pt x="10655752" y="0"/>
                  </a:lnTo>
                  <a:lnTo>
                    <a:pt x="10655752" y="6511849"/>
                  </a:lnTo>
                  <a:lnTo>
                    <a:pt x="0" y="6511849"/>
                  </a:lnTo>
                  <a:lnTo>
                    <a:pt x="0" y="0"/>
                  </a:lnTo>
                  <a:close/>
                </a:path>
              </a:pathLst>
            </a:custGeom>
            <a:ln w="7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473" y="6315753"/>
              <a:ext cx="10655935" cy="222250"/>
            </a:xfrm>
            <a:custGeom>
              <a:avLst/>
              <a:rect l="l" t="t" r="r" b="b"/>
              <a:pathLst>
                <a:path w="10655935" h="222250">
                  <a:moveTo>
                    <a:pt x="10655752" y="221994"/>
                  </a:moveTo>
                  <a:lnTo>
                    <a:pt x="0" y="221994"/>
                  </a:lnTo>
                  <a:lnTo>
                    <a:pt x="0" y="0"/>
                  </a:lnTo>
                  <a:lnTo>
                    <a:pt x="10655752" y="0"/>
                  </a:lnTo>
                  <a:lnTo>
                    <a:pt x="10655752" y="221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473" y="6315753"/>
              <a:ext cx="10655935" cy="222250"/>
            </a:xfrm>
            <a:custGeom>
              <a:avLst/>
              <a:rect l="l" t="t" r="r" b="b"/>
              <a:pathLst>
                <a:path w="10655935" h="222250">
                  <a:moveTo>
                    <a:pt x="0" y="0"/>
                  </a:moveTo>
                  <a:lnTo>
                    <a:pt x="10655752" y="0"/>
                  </a:lnTo>
                  <a:lnTo>
                    <a:pt x="10655752" y="221994"/>
                  </a:lnTo>
                  <a:lnTo>
                    <a:pt x="0" y="221994"/>
                  </a:lnTo>
                  <a:lnTo>
                    <a:pt x="0" y="0"/>
                  </a:lnTo>
                  <a:close/>
                </a:path>
              </a:pathLst>
            </a:custGeom>
            <a:ln w="7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73000" y="257392"/>
            <a:ext cx="78549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b="1" dirty="0">
                <a:latin typeface="Arial"/>
                <a:cs typeface="Arial"/>
              </a:rPr>
              <a:t>Health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Link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001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4444" y="264792"/>
            <a:ext cx="26289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0" dirty="0">
                <a:latin typeface="Arial"/>
                <a:cs typeface="Arial"/>
              </a:rPr>
              <a:t>Home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7238" y="264792"/>
            <a:ext cx="39116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About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Us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49985" y="264792"/>
            <a:ext cx="42545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latin typeface="Arial"/>
                <a:cs typeface="Arial"/>
              </a:rPr>
              <a:t>Pharmacy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77507" y="264792"/>
            <a:ext cx="49466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latin typeface="Arial"/>
                <a:cs typeface="Arial"/>
              </a:rPr>
              <a:t>Contact</a:t>
            </a:r>
            <a:r>
              <a:rPr sz="700" b="1" spc="-5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Us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68070" y="264792"/>
            <a:ext cx="5257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latin typeface="Arial"/>
                <a:cs typeface="Arial"/>
              </a:rPr>
              <a:t>My</a:t>
            </a:r>
            <a:r>
              <a:rPr sz="700" b="1" spc="-4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Account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735571" y="6293553"/>
            <a:ext cx="1561465" cy="222250"/>
            <a:chOff x="8735571" y="6293553"/>
            <a:chExt cx="1561465" cy="222250"/>
          </a:xfrm>
        </p:grpSpPr>
        <p:pic>
          <p:nvPicPr>
            <p:cNvPr id="13" name="object 13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735571" y="6293553"/>
              <a:ext cx="221994" cy="22199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161061" y="6293553"/>
              <a:ext cx="221994" cy="22199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097139" y="6304653"/>
              <a:ext cx="199795" cy="19979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362973" y="6332652"/>
            <a:ext cx="2235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0" dirty="0">
                <a:latin typeface="Arial"/>
                <a:cs typeface="Arial"/>
              </a:rPr>
              <a:t>2026</a:t>
            </a:r>
            <a:endParaRPr sz="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53951" y="6332652"/>
            <a:ext cx="6426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Health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Link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001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8747" y="6354852"/>
            <a:ext cx="1812289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WF-10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/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Pharmacy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order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ready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and</a:t>
            </a:r>
            <a:r>
              <a:rPr sz="700" spc="-10" dirty="0">
                <a:latin typeface="Arial"/>
                <a:cs typeface="Arial"/>
              </a:rPr>
              <a:t> collection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87267" y="1117374"/>
            <a:ext cx="1554480" cy="4828540"/>
          </a:xfrm>
          <a:prstGeom prst="rect">
            <a:avLst/>
          </a:prstGeom>
          <a:ln w="739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700">
              <a:latin typeface="Times New Roman"/>
              <a:cs typeface="Times New Roman"/>
            </a:endParaRPr>
          </a:p>
          <a:p>
            <a:pPr marL="328930">
              <a:lnSpc>
                <a:spcPct val="100000"/>
              </a:lnSpc>
            </a:pPr>
            <a:r>
              <a:rPr sz="700" b="1" spc="-10" dirty="0">
                <a:latin typeface="Arial"/>
                <a:cs typeface="Arial"/>
              </a:rPr>
              <a:t>Annotations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700">
              <a:latin typeface="Arial"/>
              <a:cs typeface="Arial"/>
            </a:endParaRPr>
          </a:p>
          <a:p>
            <a:pPr marL="122555" marR="114935" indent="73660" algn="ctr">
              <a:lnSpc>
                <a:spcPct val="100600"/>
              </a:lnSpc>
              <a:buAutoNum type="arabicPlain"/>
              <a:tabLst>
                <a:tab pos="196215" algn="l"/>
              </a:tabLst>
            </a:pPr>
            <a:r>
              <a:rPr sz="700" dirty="0">
                <a:latin typeface="Arial"/>
                <a:cs typeface="Arial"/>
              </a:rPr>
              <a:t>Order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status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shows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each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order.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Approved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orders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are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collected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from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the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hospital</a:t>
            </a:r>
            <a:r>
              <a:rPr sz="700" spc="-10" dirty="0">
                <a:latin typeface="Arial"/>
                <a:cs typeface="Arial"/>
              </a:rPr>
              <a:t> pharmacy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lain"/>
            </a:pPr>
            <a:endParaRPr sz="700">
              <a:latin typeface="Arial"/>
              <a:cs typeface="Arial"/>
            </a:endParaRPr>
          </a:p>
          <a:p>
            <a:pPr marL="130175" marR="122555" indent="73660" algn="ctr">
              <a:lnSpc>
                <a:spcPct val="104000"/>
              </a:lnSpc>
              <a:buAutoNum type="arabicPlain"/>
              <a:tabLst>
                <a:tab pos="203835" algn="l"/>
              </a:tabLst>
            </a:pPr>
            <a:r>
              <a:rPr sz="700" dirty="0">
                <a:latin typeface="Arial"/>
                <a:cs typeface="Arial"/>
              </a:rPr>
              <a:t>Patients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are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notified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when</a:t>
            </a:r>
            <a:r>
              <a:rPr sz="700" spc="-10" dirty="0">
                <a:latin typeface="Arial"/>
                <a:cs typeface="Arial"/>
              </a:rPr>
              <a:t> their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order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is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ready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for</a:t>
            </a:r>
            <a:r>
              <a:rPr sz="700" spc="-10" dirty="0">
                <a:latin typeface="Arial"/>
                <a:cs typeface="Arial"/>
              </a:rPr>
              <a:t> collection.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lain"/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"/>
              <a:buAutoNum type="arabicPlain"/>
            </a:pPr>
            <a:endParaRPr sz="700">
              <a:latin typeface="Arial"/>
              <a:cs typeface="Arial"/>
            </a:endParaRPr>
          </a:p>
          <a:p>
            <a:pPr marL="160020" marR="152400" indent="73660" algn="ctr">
              <a:lnSpc>
                <a:spcPts val="819"/>
              </a:lnSpc>
              <a:buAutoNum type="arabicPlain"/>
              <a:tabLst>
                <a:tab pos="233679" algn="l"/>
              </a:tabLst>
            </a:pPr>
            <a:r>
              <a:rPr sz="700" dirty="0">
                <a:latin typeface="Arial"/>
                <a:cs typeface="Arial"/>
              </a:rPr>
              <a:t>Collection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details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comes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from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hospital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representatives.</a:t>
            </a:r>
            <a:endParaRPr sz="7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5461" y="2530741"/>
            <a:ext cx="7844155" cy="444500"/>
          </a:xfrm>
          <a:custGeom>
            <a:avLst/>
            <a:rect l="l" t="t" r="r" b="b"/>
            <a:pathLst>
              <a:path w="7844155" h="444500">
                <a:moveTo>
                  <a:pt x="0" y="0"/>
                </a:moveTo>
                <a:lnTo>
                  <a:pt x="7843818" y="0"/>
                </a:lnTo>
                <a:lnTo>
                  <a:pt x="7843818" y="443989"/>
                </a:lnTo>
                <a:lnTo>
                  <a:pt x="0" y="443989"/>
                </a:lnTo>
                <a:lnTo>
                  <a:pt x="0" y="0"/>
                </a:lnTo>
                <a:close/>
              </a:path>
            </a:pathLst>
          </a:custGeom>
          <a:ln w="73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92469" y="1117373"/>
            <a:ext cx="8547100" cy="4662170"/>
          </a:xfrm>
          <a:prstGeom prst="rect">
            <a:avLst/>
          </a:prstGeom>
          <a:ln w="7399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endParaRPr sz="1050">
              <a:latin typeface="Times New Roman"/>
              <a:cs typeface="Times New Roman"/>
            </a:endParaRPr>
          </a:p>
          <a:p>
            <a:pPr marL="639445">
              <a:lnSpc>
                <a:spcPct val="100000"/>
              </a:lnSpc>
            </a:pPr>
            <a:r>
              <a:rPr sz="1050" b="1" dirty="0">
                <a:latin typeface="Arial"/>
                <a:cs typeface="Arial"/>
              </a:rPr>
              <a:t>My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orders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39357" y="4003306"/>
            <a:ext cx="3329940" cy="1628139"/>
          </a:xfrm>
          <a:prstGeom prst="rect">
            <a:avLst/>
          </a:prstGeom>
          <a:ln w="739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b="1" dirty="0">
                <a:latin typeface="Arial"/>
                <a:cs typeface="Arial"/>
              </a:rPr>
              <a:t>Collection</a:t>
            </a:r>
            <a:r>
              <a:rPr sz="700" b="1" spc="-4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details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700">
              <a:latin typeface="Arial"/>
              <a:cs typeface="Arial"/>
            </a:endParaRPr>
          </a:p>
          <a:p>
            <a:pPr marL="72390" marR="72390" algn="ctr">
              <a:lnSpc>
                <a:spcPct val="104000"/>
              </a:lnSpc>
            </a:pPr>
            <a:r>
              <a:rPr sz="700" b="1" dirty="0">
                <a:latin typeface="Arial"/>
                <a:cs typeface="Arial"/>
              </a:rPr>
              <a:t>Pharmacy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location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and</a:t>
            </a:r>
            <a:r>
              <a:rPr sz="700" b="1" spc="-1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opening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hours</a:t>
            </a:r>
            <a:r>
              <a:rPr sz="700" b="1" spc="-1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supplied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by</a:t>
            </a:r>
            <a:r>
              <a:rPr sz="700" b="1" spc="-1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the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hospital.</a:t>
            </a:r>
            <a:r>
              <a:rPr sz="700" b="1" spc="-1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Quote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spc="-20" dirty="0">
                <a:latin typeface="Arial"/>
                <a:cs typeface="Arial"/>
              </a:rPr>
              <a:t>your</a:t>
            </a:r>
            <a:r>
              <a:rPr sz="700" b="1" spc="50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order</a:t>
            </a:r>
            <a:r>
              <a:rPr sz="700" b="1" spc="-1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reference</a:t>
            </a:r>
            <a:r>
              <a:rPr sz="700" b="1" spc="-5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at</a:t>
            </a:r>
            <a:r>
              <a:rPr sz="700" b="1" spc="-5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the</a:t>
            </a:r>
            <a:r>
              <a:rPr sz="700" b="1" spc="-10" dirty="0">
                <a:latin typeface="Arial"/>
                <a:cs typeface="Arial"/>
              </a:rPr>
              <a:t> counter</a:t>
            </a:r>
            <a:endParaRPr sz="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461" y="4003306"/>
            <a:ext cx="3478529" cy="1554480"/>
          </a:xfrm>
          <a:prstGeom prst="rect">
            <a:avLst/>
          </a:prstGeom>
          <a:ln w="739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b="1" dirty="0">
                <a:latin typeface="Arial"/>
                <a:cs typeface="Arial"/>
              </a:rPr>
              <a:t>Notification</a:t>
            </a:r>
            <a:r>
              <a:rPr sz="700" b="1" spc="-45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(email)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700" spc="-20" dirty="0">
                <a:latin typeface="Arial"/>
                <a:cs typeface="Arial"/>
              </a:rPr>
              <a:t>Your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order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HL-000003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is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ready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for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collection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from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the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hospital</a:t>
            </a:r>
            <a:r>
              <a:rPr sz="700" spc="-10" dirty="0">
                <a:latin typeface="Arial"/>
                <a:cs typeface="Arial"/>
              </a:rPr>
              <a:t> pharmacy</a:t>
            </a:r>
            <a:endParaRPr sz="7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19322" y="1820357"/>
            <a:ext cx="1757680" cy="370205"/>
          </a:xfrm>
          <a:prstGeom prst="rect">
            <a:avLst/>
          </a:prstGeom>
          <a:solidFill>
            <a:srgbClr val="B0DDF0"/>
          </a:solidFill>
          <a:ln w="7399">
            <a:solidFill>
              <a:srgbClr val="0F739D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Times New Roman"/>
              <a:cs typeface="Times New Roman"/>
            </a:endParaRPr>
          </a:p>
          <a:p>
            <a:pPr marL="541020">
              <a:lnSpc>
                <a:spcPct val="100000"/>
              </a:lnSpc>
            </a:pPr>
            <a:r>
              <a:rPr sz="700" dirty="0">
                <a:latin typeface="Arial"/>
                <a:cs typeface="Arial"/>
              </a:rPr>
              <a:t>Collection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details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24886" y="2706736"/>
            <a:ext cx="79629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Awaiting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verification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1463" y="1783358"/>
            <a:ext cx="7917815" cy="444500"/>
          </a:xfrm>
          <a:prstGeom prst="rect">
            <a:avLst/>
          </a:prstGeom>
          <a:ln w="7399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endParaRPr sz="70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  <a:tabLst>
                <a:tab pos="3469004" algn="l"/>
              </a:tabLst>
            </a:pPr>
            <a:r>
              <a:rPr sz="700" dirty="0">
                <a:latin typeface="Arial"/>
                <a:cs typeface="Arial"/>
              </a:rPr>
              <a:t>HL-</a:t>
            </a:r>
            <a:r>
              <a:rPr sz="700" spc="-10" dirty="0">
                <a:latin typeface="Arial"/>
                <a:cs typeface="Arial"/>
              </a:rPr>
              <a:t>000003</a:t>
            </a:r>
            <a:r>
              <a:rPr sz="700" dirty="0">
                <a:latin typeface="Arial"/>
                <a:cs typeface="Arial"/>
              </a:rPr>
              <a:t>	</a:t>
            </a:r>
            <a:r>
              <a:rPr sz="700" b="1" dirty="0">
                <a:latin typeface="Arial"/>
                <a:cs typeface="Arial"/>
              </a:rPr>
              <a:t>Ready</a:t>
            </a:r>
            <a:r>
              <a:rPr sz="700" b="1" spc="-1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for</a:t>
            </a:r>
            <a:r>
              <a:rPr sz="700" b="1" spc="-10" dirty="0">
                <a:latin typeface="Arial"/>
                <a:cs typeface="Arial"/>
              </a:rPr>
              <a:t> collections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0454" y="2677137"/>
            <a:ext cx="4521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HL-</a:t>
            </a:r>
            <a:r>
              <a:rPr sz="700" spc="-10" dirty="0">
                <a:latin typeface="Arial"/>
                <a:cs typeface="Arial"/>
              </a:rPr>
              <a:t>000002</a:t>
            </a:r>
            <a:endParaRPr sz="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5461" y="3266061"/>
            <a:ext cx="7844155" cy="444500"/>
          </a:xfrm>
          <a:prstGeom prst="rect">
            <a:avLst/>
          </a:prstGeom>
          <a:ln w="7399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5"/>
              </a:spcBef>
            </a:pPr>
            <a:endParaRPr sz="700">
              <a:latin typeface="Times New Roman"/>
              <a:cs typeface="Times New Roman"/>
            </a:endParaRPr>
          </a:p>
          <a:p>
            <a:pPr marL="195580">
              <a:lnSpc>
                <a:spcPct val="100000"/>
              </a:lnSpc>
              <a:tabLst>
                <a:tab pos="3658870" algn="l"/>
              </a:tabLst>
            </a:pPr>
            <a:r>
              <a:rPr sz="700" dirty="0">
                <a:latin typeface="Arial"/>
                <a:cs typeface="Arial"/>
              </a:rPr>
              <a:t>Hl-</a:t>
            </a:r>
            <a:r>
              <a:rPr sz="700" spc="-10" dirty="0">
                <a:latin typeface="Arial"/>
                <a:cs typeface="Arial"/>
              </a:rPr>
              <a:t>000001</a:t>
            </a:r>
            <a:r>
              <a:rPr sz="700" dirty="0">
                <a:latin typeface="Arial"/>
                <a:cs typeface="Arial"/>
              </a:rPr>
              <a:t>	</a:t>
            </a:r>
            <a:r>
              <a:rPr sz="700" spc="-10" dirty="0">
                <a:latin typeface="Arial"/>
                <a:cs typeface="Arial"/>
              </a:rPr>
              <a:t>Collected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63" y="3589"/>
            <a:ext cx="10663555" cy="6612255"/>
            <a:chOff x="3663" y="3589"/>
            <a:chExt cx="10663555" cy="6612255"/>
          </a:xfrm>
        </p:grpSpPr>
        <p:sp>
          <p:nvSpPr>
            <p:cNvPr id="3" name="object 3"/>
            <p:cNvSpPr/>
            <p:nvPr/>
          </p:nvSpPr>
          <p:spPr>
            <a:xfrm>
              <a:off x="7473" y="7399"/>
              <a:ext cx="10655935" cy="6586220"/>
            </a:xfrm>
            <a:custGeom>
              <a:avLst/>
              <a:rect l="l" t="t" r="r" b="b"/>
              <a:pathLst>
                <a:path w="10655935" h="6586220">
                  <a:moveTo>
                    <a:pt x="0" y="0"/>
                  </a:moveTo>
                  <a:lnTo>
                    <a:pt x="10655752" y="0"/>
                  </a:lnTo>
                  <a:lnTo>
                    <a:pt x="10655752" y="6585847"/>
                  </a:lnTo>
                  <a:lnTo>
                    <a:pt x="0" y="6585847"/>
                  </a:lnTo>
                  <a:lnTo>
                    <a:pt x="0" y="0"/>
                  </a:lnTo>
                  <a:close/>
                </a:path>
              </a:pathLst>
            </a:custGeom>
            <a:ln w="7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473" y="6389752"/>
              <a:ext cx="10655935" cy="222250"/>
            </a:xfrm>
            <a:custGeom>
              <a:avLst/>
              <a:rect l="l" t="t" r="r" b="b"/>
              <a:pathLst>
                <a:path w="10655935" h="222250">
                  <a:moveTo>
                    <a:pt x="10655752" y="221994"/>
                  </a:moveTo>
                  <a:lnTo>
                    <a:pt x="0" y="221994"/>
                  </a:lnTo>
                  <a:lnTo>
                    <a:pt x="0" y="0"/>
                  </a:lnTo>
                  <a:lnTo>
                    <a:pt x="10655752" y="0"/>
                  </a:lnTo>
                  <a:lnTo>
                    <a:pt x="10655752" y="221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473" y="6389752"/>
              <a:ext cx="10655935" cy="222250"/>
            </a:xfrm>
            <a:custGeom>
              <a:avLst/>
              <a:rect l="l" t="t" r="r" b="b"/>
              <a:pathLst>
                <a:path w="10655935" h="222250">
                  <a:moveTo>
                    <a:pt x="0" y="0"/>
                  </a:moveTo>
                  <a:lnTo>
                    <a:pt x="10655752" y="0"/>
                  </a:lnTo>
                  <a:lnTo>
                    <a:pt x="10655752" y="221994"/>
                  </a:lnTo>
                  <a:lnTo>
                    <a:pt x="0" y="221994"/>
                  </a:lnTo>
                  <a:lnTo>
                    <a:pt x="0" y="0"/>
                  </a:lnTo>
                  <a:close/>
                </a:path>
              </a:pathLst>
            </a:custGeom>
            <a:ln w="7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887268" y="1191372"/>
              <a:ext cx="1554480" cy="4828540"/>
            </a:xfrm>
            <a:custGeom>
              <a:avLst/>
              <a:rect l="l" t="t" r="r" b="b"/>
              <a:pathLst>
                <a:path w="1554479" h="4828540">
                  <a:moveTo>
                    <a:pt x="1553963" y="0"/>
                  </a:moveTo>
                  <a:lnTo>
                    <a:pt x="1553963" y="4828388"/>
                  </a:lnTo>
                  <a:lnTo>
                    <a:pt x="0" y="4828388"/>
                  </a:lnTo>
                  <a:lnTo>
                    <a:pt x="0" y="0"/>
                  </a:lnTo>
                  <a:lnTo>
                    <a:pt x="1553963" y="0"/>
                  </a:lnTo>
                  <a:close/>
                </a:path>
              </a:pathLst>
            </a:custGeom>
            <a:ln w="7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73000" y="331392"/>
            <a:ext cx="78549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b="1" dirty="0">
                <a:latin typeface="Arial"/>
                <a:cs typeface="Arial"/>
              </a:rPr>
              <a:t>Health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Link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001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4444" y="338791"/>
            <a:ext cx="26289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0" dirty="0">
                <a:latin typeface="Arial"/>
                <a:cs typeface="Arial"/>
              </a:rPr>
              <a:t>Home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57238" y="338791"/>
            <a:ext cx="39116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About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Us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49985" y="338791"/>
            <a:ext cx="42545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latin typeface="Arial"/>
                <a:cs typeface="Arial"/>
              </a:rPr>
              <a:t>Pharmacy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77507" y="338791"/>
            <a:ext cx="49466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latin typeface="Arial"/>
                <a:cs typeface="Arial"/>
              </a:rPr>
              <a:t>Contact</a:t>
            </a:r>
            <a:r>
              <a:rPr sz="700" b="1" spc="-5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Us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68070" y="338791"/>
            <a:ext cx="5257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latin typeface="Arial"/>
                <a:cs typeface="Arial"/>
              </a:rPr>
              <a:t>My</a:t>
            </a:r>
            <a:r>
              <a:rPr sz="700" b="1" spc="-4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Account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735571" y="6367552"/>
            <a:ext cx="1561465" cy="222250"/>
            <a:chOff x="8735571" y="6367552"/>
            <a:chExt cx="1561465" cy="222250"/>
          </a:xfrm>
        </p:grpSpPr>
        <p:pic>
          <p:nvPicPr>
            <p:cNvPr id="14" name="object 14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735571" y="6367552"/>
              <a:ext cx="221994" cy="22199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161061" y="6367552"/>
              <a:ext cx="221994" cy="22199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097139" y="6378652"/>
              <a:ext cx="199795" cy="19979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0362973" y="6406651"/>
            <a:ext cx="2235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0" dirty="0">
                <a:latin typeface="Arial"/>
                <a:cs typeface="Arial"/>
              </a:rPr>
              <a:t>2026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53951" y="6406651"/>
            <a:ext cx="6426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Health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Link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001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9572" y="6428850"/>
            <a:ext cx="157035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WF-11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/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Traceability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and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open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question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7456" y="5172480"/>
            <a:ext cx="4514215" cy="888365"/>
          </a:xfrm>
          <a:custGeom>
            <a:avLst/>
            <a:rect l="l" t="t" r="r" b="b"/>
            <a:pathLst>
              <a:path w="4514215" h="888364">
                <a:moveTo>
                  <a:pt x="887984" y="0"/>
                </a:moveTo>
                <a:lnTo>
                  <a:pt x="0" y="0"/>
                </a:lnTo>
                <a:lnTo>
                  <a:pt x="0" y="443992"/>
                </a:lnTo>
                <a:lnTo>
                  <a:pt x="887984" y="443992"/>
                </a:lnTo>
                <a:lnTo>
                  <a:pt x="887984" y="0"/>
                </a:lnTo>
                <a:close/>
              </a:path>
              <a:path w="4514215" h="888364">
                <a:moveTo>
                  <a:pt x="4513897" y="443992"/>
                </a:moveTo>
                <a:lnTo>
                  <a:pt x="887984" y="443992"/>
                </a:lnTo>
                <a:lnTo>
                  <a:pt x="887984" y="887984"/>
                </a:lnTo>
                <a:lnTo>
                  <a:pt x="4513897" y="887984"/>
                </a:lnTo>
                <a:lnTo>
                  <a:pt x="4513897" y="4439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4891360" y="2449343"/>
            <a:ext cx="3700145" cy="469265"/>
            <a:chOff x="4891360" y="2449343"/>
            <a:chExt cx="3700145" cy="469265"/>
          </a:xfrm>
        </p:grpSpPr>
        <p:sp>
          <p:nvSpPr>
            <p:cNvPr id="22" name="object 22"/>
            <p:cNvSpPr/>
            <p:nvPr/>
          </p:nvSpPr>
          <p:spPr>
            <a:xfrm>
              <a:off x="6715418" y="2862845"/>
              <a:ext cx="52069" cy="52069"/>
            </a:xfrm>
            <a:custGeom>
              <a:avLst/>
              <a:rect l="l" t="t" r="r" b="b"/>
              <a:pathLst>
                <a:path w="52070" h="52069">
                  <a:moveTo>
                    <a:pt x="25899" y="51798"/>
                  </a:moveTo>
                  <a:lnTo>
                    <a:pt x="0" y="0"/>
                  </a:lnTo>
                  <a:lnTo>
                    <a:pt x="25899" y="12949"/>
                  </a:lnTo>
                  <a:lnTo>
                    <a:pt x="51798" y="0"/>
                  </a:lnTo>
                  <a:lnTo>
                    <a:pt x="25899" y="517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715418" y="2862845"/>
              <a:ext cx="52069" cy="52069"/>
            </a:xfrm>
            <a:custGeom>
              <a:avLst/>
              <a:rect l="l" t="t" r="r" b="b"/>
              <a:pathLst>
                <a:path w="52070" h="52069">
                  <a:moveTo>
                    <a:pt x="25899" y="51798"/>
                  </a:moveTo>
                  <a:lnTo>
                    <a:pt x="0" y="0"/>
                  </a:lnTo>
                  <a:lnTo>
                    <a:pt x="25899" y="12949"/>
                  </a:lnTo>
                  <a:lnTo>
                    <a:pt x="51798" y="0"/>
                  </a:lnTo>
                  <a:lnTo>
                    <a:pt x="25899" y="51798"/>
                  </a:lnTo>
                  <a:close/>
                </a:path>
              </a:pathLst>
            </a:custGeom>
            <a:ln w="7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891360" y="2449343"/>
              <a:ext cx="3700145" cy="444500"/>
            </a:xfrm>
            <a:custGeom>
              <a:avLst/>
              <a:rect l="l" t="t" r="r" b="b"/>
              <a:pathLst>
                <a:path w="3700145" h="444500">
                  <a:moveTo>
                    <a:pt x="3699914" y="443989"/>
                  </a:moveTo>
                  <a:lnTo>
                    <a:pt x="0" y="443989"/>
                  </a:lnTo>
                  <a:lnTo>
                    <a:pt x="0" y="0"/>
                  </a:lnTo>
                  <a:lnTo>
                    <a:pt x="3699914" y="0"/>
                  </a:lnTo>
                  <a:lnTo>
                    <a:pt x="3699914" y="4439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/>
          <p:nvPr/>
        </p:nvSpPr>
        <p:spPr>
          <a:xfrm>
            <a:off x="4891360" y="3340060"/>
            <a:ext cx="3700145" cy="444500"/>
          </a:xfrm>
          <a:custGeom>
            <a:avLst/>
            <a:rect l="l" t="t" r="r" b="b"/>
            <a:pathLst>
              <a:path w="3700145" h="444500">
                <a:moveTo>
                  <a:pt x="3699914" y="443989"/>
                </a:moveTo>
                <a:lnTo>
                  <a:pt x="0" y="443989"/>
                </a:lnTo>
                <a:lnTo>
                  <a:pt x="0" y="0"/>
                </a:lnTo>
                <a:lnTo>
                  <a:pt x="3699914" y="0"/>
                </a:lnTo>
                <a:lnTo>
                  <a:pt x="3699914" y="4439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373765" y="2001653"/>
          <a:ext cx="8213088" cy="4050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7730"/>
                <a:gridCol w="3625850"/>
                <a:gridCol w="1849754"/>
                <a:gridCol w="1849754"/>
              </a:tblGrid>
              <a:tr h="443865">
                <a:tc>
                  <a:txBody>
                    <a:bodyPr lIns="0" tIns="5651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Wireframe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0" tIns="5651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Mandate</a:t>
                      </a:r>
                      <a:r>
                        <a:rPr sz="7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feature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 lIns="0" tIns="5651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4130" algn="ctr">
                        <a:lnSpc>
                          <a:spcPct val="100000"/>
                        </a:lnSpc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Success</a:t>
                      </a:r>
                      <a:r>
                        <a:rPr sz="7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criteria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147955">
                <a:tc rowSpan="3">
                  <a:txBody>
                    <a:bodyPr lIns="0" tIns="8636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WF-01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Home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 lIns="0" tIns="8636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Navigation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features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7165">
                <a:tc vMerge="1">
                  <a:txBody>
                    <a:bodyPr lIns="0" tIns="86360" rIns="0" bIns="0"/>
                    <a:lstStyle/>
                    <a:p/>
                  </a:txBody>
                  <a:tcPr marL="0" marR="0" marT="863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 lIns="0" tIns="86360" rIns="0" bIns="0"/>
                    <a:lstStyle/>
                    <a:p/>
                  </a:txBody>
                  <a:tcPr marL="0" marR="0" marT="863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 lIns="0" tIns="10795" rIns="0" bIns="0"/>
                    <a:lstStyle/>
                    <a:p>
                      <a:pPr marL="11252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Users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reach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hospital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information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146685">
                <a:tc vMerge="1">
                  <a:txBody>
                    <a:bodyPr lIns="0" tIns="86360" rIns="0" bIns="0"/>
                    <a:lstStyle/>
                    <a:p/>
                  </a:txBody>
                  <a:tcPr marL="0" marR="0" marT="863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 lIns="0" tIns="86360" rIns="0" bIns="0"/>
                    <a:lstStyle/>
                    <a:p/>
                  </a:txBody>
                  <a:tcPr marL="0" marR="0" marT="863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2595">
                <a:tc>
                  <a:txBody>
                    <a:bodyPr lIns="0" tIns="7239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WF-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02,02A,02B,03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lIns="0" tIns="7239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Customer</a:t>
                      </a:r>
                      <a:r>
                        <a:rPr sz="7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Account(dashboard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map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 lIns="0" tIns="5715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9277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Customer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create,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manage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account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419100">
                <a:tc rowSpan="2">
                  <a:txBody>
                    <a:bodyPr lIns="0" tIns="7366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WF-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04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 lIns="0" tIns="8128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Contact</a:t>
                      </a:r>
                      <a:r>
                        <a:rPr sz="700" spc="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Us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 lIns="0" tIns="29209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093470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Accurate</a:t>
                      </a:r>
                      <a:r>
                        <a:rPr sz="7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contacts,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enquires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submitted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52705">
                <a:tc vMerge="1">
                  <a:txBody>
                    <a:bodyPr lIns="0" tIns="73660" rIns="0" bIns="0"/>
                    <a:lstStyle/>
                    <a:p/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 lIns="0" tIns="81280" rIns="0" bIns="0"/>
                    <a:lstStyle/>
                    <a:p/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 lIns="0" tIns="5397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088390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Mission,vision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services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accessible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391160">
                <a:tc rowSpan="2">
                  <a:txBody>
                    <a:bodyPr lIns="0" tIns="7493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WF-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05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 lIns="0" tIns="6032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About</a:t>
                      </a:r>
                      <a:r>
                        <a:rPr sz="700" spc="1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Us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 lIns="0" tIns="53975" rIns="0" bIns="0"/>
                    <a:lstStyle/>
                    <a:p/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55880">
                <a:tc vMerge="1">
                  <a:txBody>
                    <a:bodyPr lIns="0" tIns="74930" rIns="0" bIns="0"/>
                    <a:lstStyle/>
                    <a:p/>
                  </a:txBody>
                  <a:tcPr marL="0" marR="0" marT="749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 lIns="0" tIns="60325" rIns="0" bIns="0"/>
                    <a:lstStyle/>
                    <a:p/>
                  </a:txBody>
                  <a:tcPr marL="0" marR="0" marT="603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 lIns="0" tIns="5397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covered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387350">
                <a:tc rowSpan="2">
                  <a:txBody>
                    <a:bodyPr lIns="0" tIns="7112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4859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WF-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06, WF-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07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 lIns="0" tIns="5651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Pharmacy;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view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order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 lIns="0" tIns="53975" rIns="0" bIns="0"/>
                    <a:lstStyle/>
                    <a:p/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55880">
                <a:tc vMerge="1">
                  <a:txBody>
                    <a:bodyPr lIns="0" tIns="71120" rIns="0" bIns="0"/>
                    <a:lstStyle/>
                    <a:p/>
                  </a:txBody>
                  <a:tcPr marL="0" marR="0" marT="711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 lIns="0" tIns="56515" rIns="0" bIns="0"/>
                    <a:lstStyle/>
                    <a:p/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 lIns="0" tIns="5397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9209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covered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387350">
                <a:tc rowSpan="2">
                  <a:txBody>
                    <a:bodyPr lIns="0" tIns="7112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WF-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08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 lIns="0" tIns="5651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Pharmacy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prescription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check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 lIns="0" tIns="53975" rIns="0" bIns="0"/>
                    <a:lstStyle/>
                    <a:p/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63500">
                <a:tc vMerge="1">
                  <a:txBody>
                    <a:bodyPr lIns="0" tIns="71120" rIns="0" bIns="0"/>
                    <a:lstStyle/>
                    <a:p/>
                  </a:txBody>
                  <a:tcPr marL="0" marR="0" marT="711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 lIns="0" tIns="56515" rIns="0" bIns="0"/>
                    <a:lstStyle/>
                    <a:p/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 lIns="0" tIns="5397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covered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378460">
                <a:tc rowSpan="2">
                  <a:txBody>
                    <a:bodyPr lIns="0" tIns="4889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WF-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09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 lIns="0" tIns="6413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135380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Pharmacy:</a:t>
                      </a:r>
                      <a:r>
                        <a:rPr sz="7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payment,</a:t>
                      </a:r>
                      <a:r>
                        <a:rPr sz="700" spc="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confirmation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641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 lIns="0" tIns="53975" rIns="0" bIns="0"/>
                    <a:lstStyle/>
                    <a:p/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57785">
                <a:tc vMerge="1">
                  <a:txBody>
                    <a:bodyPr lIns="0" tIns="48895" rIns="0" bIns="0"/>
                    <a:lstStyle/>
                    <a:p/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 lIns="0" tIns="64135" rIns="0" bIns="0"/>
                    <a:lstStyle/>
                    <a:p/>
                  </a:txBody>
                  <a:tcPr marL="0" marR="0" marT="641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 lIns="0" tIns="55244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covered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384175">
                <a:tc rowSpan="2">
                  <a:txBody>
                    <a:bodyPr lIns="0" tIns="71120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WF-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10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 lIns="0" tIns="56515" rIns="0" bIns="0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Pharmacy: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notify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collect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 lIns="0" tIns="55244" rIns="0" bIns="0"/>
                    <a:lstStyle/>
                    <a:p/>
                  </a:txBody>
                  <a:tcPr marL="0" marR="0" marT="552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  <a:tr h="59055">
                <a:tc vMerge="1">
                  <a:txBody>
                    <a:bodyPr lIns="0" tIns="71120" rIns="0" bIns="0"/>
                    <a:lstStyle/>
                    <a:p/>
                  </a:txBody>
                  <a:tcPr marL="0" marR="0" marT="711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 lIns="0" tIns="56515" rIns="0" bIns="0"/>
                    <a:lstStyle/>
                    <a:p/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 lIns="0" tIns="0" rIns="0" bIns="0"/>
                    <a:lstStyle/>
                    <a:p/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1426293" y="1271170"/>
            <a:ext cx="174307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latin typeface="Arial"/>
                <a:cs typeface="Arial"/>
              </a:rPr>
              <a:t>Traceability </a:t>
            </a:r>
            <a:r>
              <a:rPr sz="1050" b="1" dirty="0">
                <a:latin typeface="Arial"/>
                <a:cs typeface="Arial"/>
              </a:rPr>
              <a:t>to</a:t>
            </a:r>
            <a:r>
              <a:rPr sz="1050" b="1" spc="-1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the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mandate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link 001 wireframe complete</dc:title>
  <dc:subject>%3Cmxfile%20host%3D%22app.diagrams.net%22%20pages%3D%2213%22%3E%0A%20%20%3Cdiagram%20name%3D%22Health%20Link%20Wireframe1%22%20id%3D%22w0H87y8pnux_8k-fhitX%22%3E%0A%20%20%20%20%3CmxGraphModel%20dx%3D%221941%22%20dy%3D%222086%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oHbeEw1_RvLHJVDc-91e-0%22%20%2F%3E%0A%20%20%20%20%20%20%20%20%3CmxCell%20id%3D%22oHbeEw1_RvLHJVDc-91e-1%22%20parent%3D%22oHbeEw1_RvLHJVDc-91e-0%22%20%2F%3E%0A%20%20%20%20%20%20%20%20%3CmxCell%20id%3D%22oHbeEw1_RvLHJVDc-91e-2%22%20parent%3D%22oHbeEw1_RvLHJVDc-91e-1%22%20style%3D%22rounded%3D0%3BwhiteSpace%3Dwrap%3Bhtml%3D1%3B%22%20value%3D%22%22%20vertex%3D%221%22%3E%0A%20%20%20%20%20%20%20%20%20%20%3CmxGeometry%20height%3D%22945%22%20width%3D%221260%22%20x%3D%22-1050%22%20y%3D%22-1580%22%20as%3D%22geometry%22%20%2F%3E%0A%20%20%20%20%20%20%20%20%3C%2FmxCell%3E%0A%20%20%20%20%20%20%20%20%3CmxCell%20id%3D%22oHbeEw1_RvLHJVDc-91e-3%22%20parent%3D%22oHbeEw1_RvLHJVDc-91e-1%22%20style%3D%22rounded%3D0%3BwhiteSpace%3Dwrap%3Bhtml%3D1%3B%22%20value%3D%22%22%20vertex%3D%221%22%3E%0A%20%20%20%20%20%20%20%20%20%20%3CmxGeometry%20height%3D%2230%22%20width%3D%221260%22%20x%3D%22-1050%22%20y%3D%22-665%22%20as%3D%22geometry%22%20%2F%3E%0A%20%20%20%20%20%20%20%20%3C%2FmxCell%3E%0A%20%20%20%20%20%20%20%20%3CmxCell%20id%3D%22oHbeEw1_RvLHJVDc-91e-7%22%20parent%3D%22oHbeEw1_RvLHJVDc-91e-1%22%20style%3D%22rounded%3D0%3BwhiteSpace%3Dwrap%3Bhtml%3D1%3Bdirection%3Dsouth%3B%22%20value%3D%22%22%20vertex%3D%221%22%3E%0A%20%20%20%20%20%20%20%20%20%20%3CmxGeometry%20height%3D%22780%22%20width%3D%22240%22%20x%3D%22-60%22%20y%3D%22-1470%22%20as%3D%22geometry%22%20%2F%3E%0A%20%20%20%20%20%20%20%20%3C%2FmxCell%3E%0A%20%20%20%20%20%20%20%20%3CmxCell%20id%3D%22oHbeEw1_RvLHJVDc-91e-8%22%20parent%3D%22oHbeEw1_RvLHJVDc-91e-1%22%20style%3D%22text%3Bhtml%3D1%3BwhiteSpace%3Dwrap%3BstrokeColor%3Dnone%3BfillColor%3Dnone%3Balign%3Dcenter%3BverticalAlign%3Dmiddle%3Brounded%3D0%3B%22%20value%3D%22%26lt%3Bb%26gt%3BHealth%20Link%20001%26lt%3B%2Fb%26gt%3B%22%20vertex%3D%221%22%3E%0A%20%20%20%20%20%20%20%20%20%20%3CmxGeometry%20height%3D%2230%22%20width%3D%22120%22%20x%3D%22-1020%22%20y%3D%22-1550%22%20as%3D%22geometry%22%20%2F%3E%0A%20%20%20%20%20%20%20%20%3C%2FmxCell%3E%0A%20%20%20%20%20%20%20%20%3CmxCell%20id%3D%22oHbeEw1_RvLHJVDc-91e-9%22%20parent%3D%22oHbeEw1_RvLHJVDc-91e-1%22%20style%3D%22text%3Bhtml%3D1%3BwhiteSpace%3Dwrap%3BstrokeColor%3Dnone%3BfillColor%3Dnone%3Balign%3Dcenter%3BverticalAlign%3Dmiddle%3Brounded%3D0%3B%22%20value%3D%22%26lt%3Bb%26gt%3BHome%26lt%3B%2Fb%26gt%3B%22%20vertex%3D%221%22%3E%0A%20%20%20%20%20%20%20%20%20%20%3CmxGeometry%20height%3D%2230%22%20width%3D%2260%22%20x%3D%22-670%22%20y%3D%22-1550%22%20as%3D%22geometry%22%20%2F%3E%0A%20%20%20%20%20%20%20%20%3C%2FmxCell%3E%0A%20%20%20%20%20%20%20%20%3CmxCell%20id%3D%22oHbeEw1_RvLHJVDc-91e-10%22%20parent%3D%22oHbeEw1_RvLHJVDc-91e-1%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-470%22%20y%3D%22-1550%22%20as%3D%22geometry%22%20%2F%3E%0A%20%20%20%20%20%20%20%20%3C%2FmxCell%3E%0A%20%20%20%20%20%20%20%20%3CmxCell%20id%3D%22oHbeEw1_RvLHJVDc-91e-11%22%20parent%3D%22oHbeEw1_RvLHJVDc-91e-1%22%20style%3D%22text%3Bhtml%3D1%3BwhiteSpace%3Dwrap%3BstrokeColor%3Dnone%3BfillColor%3Dnone%3Balign%3Dcenter%3BverticalAlign%3Dmiddle%3Brounded%3D0%3B%22%20value%3D%22Pharmacy%22%20vertex%3D%221%22%3E%0A%20%20%20%20%20%20%20%20%20%20%3CmxGeometry%20height%3D%2230%22%20width%3D%2290%22%20x%3D%22-340%22%20y%3D%22-1550%22%20as%3D%22geometry%22%20%2F%3E%0A%20%20%20%20%20%20%20%20%3C%2FmxCell%3E%0A%20%20%20%20%20%20%20%20%3CmxCell%20id%3D%22oHbeEw1_RvLHJVDc-91e-12%22%20parent%3D%22oHbeEw1_RvLHJVDc-91e-1%22%20style%3D%22text%3Bhtml%3D1%3BwhiteSpace%3Dwrap%3BstrokeColor%3Dnone%3BfillColor%3Dnone%3Balign%3Dcenter%3BverticalAlign%3Dmiddle%3Brounded%3D0%3B%22%20value%3D%22Contact%20Us%22%20vertex%3D%221%22%3E%0A%20%20%20%20%20%20%20%20%20%20%3CmxGeometry%20height%3D%2230%22%20width%3D%2290%22%20x%3D%22-180%22%20y%3D%22-1550%22%20as%3D%22geometry%22%20%2F%3E%0A%20%20%20%20%20%20%20%20%3C%2FmxCell%3E%0A%20%20%20%20%20%20%20%20%3CmxCell%20id%3D%22oHbeEw1_RvLHJVDc-91e-13%22%20parent%3D%22oHbeEw1_RvLHJVDc-91e-1%22%20style%3D%22text%3Bhtml%3D1%3BwhiteSpace%3Dwrap%3BstrokeColor%3Dnone%3BfillColor%3Dnone%3Balign%3Dcenter%3BverticalAlign%3Dmiddle%3Brounded%3D0%3B%22%20value%3D%22Sign%20In%22%20vertex%3D%221%22%3E%0A%20%20%20%20%20%20%20%20%20%20%3CmxGeometry%20height%3D%2230%22%20width%3D%2260%22%20x%3D%2220%22%20y%3D%22-1550%22%20as%3D%22geometry%22%20%2F%3E%0A%20%20%20%20%20%20%20%20%3C%2FmxCell%3E%0A%20%20%20%20%20%20%20%20%3CmxCell%20id%3D%22oHbeEw1_RvLHJVDc-91e-14%22%20parent%3D%22oHbeEw1_RvLHJVDc-91e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-90%22%20y%3D%22-667.5%22%20as%3D%22geometry%22%20%2F%3E%0A%20%20%20%20%20%20%20%20%3C%2FmxCell%3E%0A%20%20%20%20%20%20%20%20%3CmxCell%20id%3D%22oHbeEw1_RvLHJVDc-91e-15%22%20parent%3D%22oHbeEw1_RvLHJVDc-91e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-42%22%20y%3D%22-665%22%20as%3D%22geometry%22%20%2F%3E%0A%20%20%20%20%20%20%20%20%3C%2FmxCell%3E%0A%20%20%20%20%20%20%20%20%3CmxCell%20id%3D%22oHbeEw1_RvLHJVDc-91e-16%22%20parent%3D%22oHbeEw1_RvLHJVDc-91e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2295%22%20y%3D%22-665%22%20as%3D%22geometry%22%20%2F%3E%0A%20%20%20%20%20%20%20%20%3C%2FmxCell%3E%0A%20%20%20%20%20%20%20%20%3CmxCell%20id%3D%22oHbeEw1_RvLHJVDc-91e-17%22%20parent%3D%22oHbeEw1_RvLHJVDc-91e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22120%22%20y%3D%22-665%22%20as%3D%22geometry%22%20%2F%3E%0A%20%20%20%20%20%20%20%20%3C%2FmxCell%3E%0A%20%20%20%20%20%20%20%20%3CmxCell%20id%3D%22oHbeEw1_RvLHJVDc-91e-18%22%20parent%3D%22oHbeEw1_RvLHJVDc-91e-1%22%20style%3D%22text%3Bhtml%3D1%3BwhiteSpace%3Dwrap%3BstrokeColor%3Dnone%3BfillColor%3Dnone%3Balign%3Dcenter%3BverticalAlign%3Dmiddle%3Brounded%3D0%3B%22%20value%3D%22WF-01%20%2F%20%26amp%3Bnbsp%3BHomepage%26amp%3Bnbsp%3B%22%20vertex%3D%221%22%3E%0A%20%20%20%20%20%20%20%20%20%20%3CmxGeometry%20height%3D%2257.5%22%20width%3D%22260%22%20x%3D%22-998.5%22%20y%3D%22-681.25%22%20as%3D%22geometry%22%20%2F%3E%0A%20%20%20%20%20%20%20%20%3C%2FmxCell%3E%0A%20%20%20%20%20%20%20%20%3CmxCell%20id%3D%22oHbeEw1_RvLHJVDc-91e-19%22%20parent%3D%22oHbeEw1_RvLHJVDc-91e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-12%22%20y%3D%22-667.5%22%20as%3D%22geometry%22%20%2F%3E%0A%20%20%20%20%20%20%20%20%3C%2FmxCell%3E%0A%20%20%20%20%20%20%20%20%3CmxCell%20id%3D%22oWpswSxRwA3xlJmWOE_t-0%22%20parent%3D%22oHbeEw1_RvLHJVDc-91e-1%22%20style%3D%22rounded%3D0%3BwhiteSpace%3Dwrap%3Bhtml%3D1%3B%22%20value%3D%22%22%20vertex%3D%221%22%3E%0A%20%20%20%20%20%20%20%20%20%20%3CmxGeometry%20height%3D%22780%22%20width%3D%22930%22%20x%3D%22-1020%22%20y%3D%22-1470%22%20as%3D%22geometry%22%20%2F%3E%0A%20%20%20%20%20%20%20%20%3C%2FmxCell%3E%0A%20%20%20%20%20%20%20%20%3CmxCell%20id%3D%22oWpswSxRwA3xlJmWOE_t-1%22%20parent%3D%22oHbeEw1_RvLHJVDc-91e-1%22%20style%3D%22rounded%3D0%3BwhiteSpace%3Dwrap%3Bhtml%3D1%3B%22%20value%3D%22%22%20vertex%3D%221%22%3E%0A%20%20%20%20%20%20%20%20%20%20%3CmxGeometry%20height%3D%22370%22%20width%3D%22870%22%20x%3D%22-990%22%20y%3D%22-1410%22%20as%3D%22geometry%22%20%2F%3E%0A%20%20%20%20%20%20%20%20%3C%2FmxCell%3E%0A%20%20%20%20%20%20%20%20%3CmxCell%20id%3D%22oWpswSxRwA3xlJmWOE_t-2%22%20parent%3D%22oHbeEw1_RvLHJVDc-91e-1%22%20style%3D%22whiteSpace%3Dwrap%3Bhtml%3D1%3Baspect%3Dfixed%3B%22%20value%3D%22%22%20vertex%3D%221%22%3E%0A%20%20%20%20%20%20%20%20%20%20%3CmxGeometry%20height%3D%22260%22%20width%3D%22260%22%20x%3D%22-1000%22%20y%3D%22-1002.75%22%20as%3D%22geometry%22%20%2F%3E%0A%20%20%20%20%20%20%20%20%3C%2FmxCell%3E%0A%20%20%20%20%20%20%20%20%3CmxCell%20id%3D%22oWpswSxRwA3xlJmWOE_t-3%22%20parent%3D%22oHbeEw1_RvLHJVDc-91e-1%22%20style%3D%22whiteSpace%3Dwrap%3Bhtml%3D1%3Baspect%3Dfixed%3B%22%20value%3D%22%26lt%3Bbr%26gt%3B%26lt%3Bdiv%26gt%3B%26lt%3Bbr%26gt%3B%26lt%3B%2Fdiv%26gt%3B%26lt%3Bdiv%26gt%3B%26lt%3Bbr%26gt%3B%26lt%3B%2Fdiv%26gt%3B%26lt%3Bdiv%26gt%3B%26lt%3Bbr%26gt%3B%26lt%3B%2Fdiv%26gt%3B%26lt%3Bdiv%26gt%3B%26lt%3Bbr%26gt%3B%26lt%3B%2Fdiv%26gt%3B%26lt%3Bdiv%26gt%3B%26lt%3Bbr%26gt%3B%26lt%3B%2Fdiv%26gt%3B%26lt%3Bdiv%26gt%3B%26lt%3Bbr%26gt%3B%26lt%3B%2Fdiv%26gt%3B%26lt%3Bdiv%26gt%3B%26lt%3Bbr%26gt%3B%26lt%3B%2Fdiv%26gt%3B%26lt%3Bdiv%26gt%3B%26lt%3Bbr%26gt%3B%26lt%3B%2Fdiv%26gt%3B%26lt%3Bdiv%26gt%3B%26lt%3Bbr%26gt%3B%26lt%3B%2Fdiv%26gt%3B%26lt%3Bdiv%26gt%3B%26lt%3Bbr%26gt%3B%26lt%3B%2Fdiv%26gt%3B%26lt%3Bdiv%26gt%3B%26lt%3Bdiv%26gt%3B%26lt%3Bbr%26gt%3B%26lt%3B%2Fdiv%26gt%3B%26lt%3Bdiv%26gt%3B%26lt%3Bbr%26gt%3B%26lt%3B%2Fdiv%26gt%3B%26lt%3B%2Fdiv%26gt%3B%22%20vertex%3D%221%22%3E%0A%20%20%20%20%20%20%20%20%20%20%3CmxGeometry%20height%3D%22260%22%20width%3D%22260%22%20x%3D%22-690%22%20y%3D%22-1002.75%22%20as%3D%22geometry%22%20%2F%3E%0A%20%20%20%20%20%20%20%20%3C%2FmxCell%3E%0A%20%20%20%20%20%20%20%20%3CmxCell%20id%3D%22oWpswSxRwA3xlJmWOE_t-5%22%20parent%3D%22oHbeEw1_RvLHJVDc-91e-1%22%20style%3D%22whiteSpace%3Dwrap%3Bhtml%3D1%3Baspect%3Dfixed%3B%22%20value%3D%22%22%20vertex%3D%221%22%3E%0A%20%20%20%20%20%20%20%20%20%20%3CmxGeometry%20height%3D%22260%22%20width%3D%22260%22%20x%3D%22-380%22%20y%3D%22-1002.75%22%20as%3D%22geometry%22%20%2F%3E%0A%20%20%20%20%20%20%20%20%3C%2FmxCell%3E%0A%20%20%20%20%20%20%20%20%3CmxCell%20id%3D%22oWpswSxRwA3xlJmWOE_t-7%22%20parent%3D%22oHbeEw1_RvLHJVDc-91e-1%22%20style%3D%22verticalLabelPosition%3Dbottom%3Bshadow%3D0%3Bdashed%3D0%3Balign%3Dcenter%3Bhtml%3D1%3BverticalAlign%3Dtop%3BstrokeWidth%3D1%3Bshape%3Dmxgraph.mockup.graphics.simpleIcon%3BstrokeColor%3D%23999999%3B%22%20value%3D%22%22%20vertex%3D%221%22%3E%0A%20%20%20%20%20%20%20%20%20%20%3CmxGeometry%20height%3D%22290%22%20width%3D%22320%22%20x%3D%22-470%22%20y%3D%22-1350%22%20as%3D%22geometry%22%20%2F%3E%0A%20%20%20%20%20%20%20%20%3C%2FmxCell%3E%0A%20%20%20%20%20%20%20%20%3CmxCell%20id%3D%22oWpswSxRwA3xlJmWOE_t-8%22%20parent%3D%22oHbeEw1_RvLHJVDc-91e-1%22%20style%3D%22rounded%3D0%3BwhiteSpace%3Dwrap%3Bhtml%3D1%3BfillColor%3D%23b1ddf0%3BstrokeColor%3D%2310739e%3B%22%20value%3D%22Create%20account%22%20vertex%3D%221%22%3E%0A%20%20%20%20%20%20%20%20%20%20%3CmxGeometry%20height%3D%2270%22%20width%3D%22210%22%20x%3D%22-973.5%22%20y%3D%22-1156%22%20as%3D%22geometry%22%20%2F%3E%0A%20%20%20%20%20%20%20%20%3C%2FmxCell%3E%0A%20%20%20%20%20%20%20%20%3CmxCell%20id%3D%22oWpswSxRwA3xlJmWOE_t-9%22%20parent%3D%22oHbeEw1_RvLHJVDc-91e-1%22%20style%3D%22rounded%3D0%3BwhiteSpace%3Dwrap%3Bhtml%3D1%3BfillColor%3D%23b1ddf0%3BstrokeColor%3D%2310739e%3B%22%20value%3D%22Contact%20us%22%20vertex%3D%221%22%3E%0A%20%20%20%20%20%20%20%20%20%20%3CmxGeometry%20height%3D%2270%22%20width%3D%22210%22%20x%3D%22-722%22%20y%3D%22-1156%22%20as%3D%22geometry%22%20%2F%3E%0A%20%20%20%20%20%20%20%20%3C%2FmxCell%3E%0A%20%20%20%20%20%20%20%20%3CmxCell%20id%3D%22oWpswSxRwA3xlJmWOE_t-11%22%20parent%3D%22oHbeEw1_RvLHJVDc-91e-1%22%20style%3D%22text%3Bhtml%3D1%3BwhiteSpace%3Dwrap%3Boverflow%3Dhidden%3Brounded%3D0%3B%22%20value%3D%22%26lt%3Bh1%20style%3D%26quot%3Bmargin-top%3A%200px%3B%26quot%3B%26gt%3Bwelcome%20to%20Health%20Link%20001%26lt%3B%2Fh1%26gt%3B%22%20vertex%3D%221%22%3E%0A%20%20%20%20%20%20%20%20%20%20%3CmxGeometry%20height%3D%22120%22%20width%3D%22340%22%20x%3D%22-950%22%20y%3D%22-1350%22%20as%3D%22geometry%22%20%2F%3E%0A%20%20%20%20%20%20%20%20%3C%2FmxCell%3E%0A%20%20%20%20%20%20%20%20%3CmxCell%20id%3D%22oWpswSxRwA3xlJmWOE_t-13%22%20parent%3D%22oHbeEw1_RvLHJVDc-91e-1%22%20style%3D%22text%3Bhtml%3D1%3BwhiteSpace%3Dwrap%3BstrokeColor%3Dnone%3BfillColor%3Dnone%3Balign%3Dcenter%3BverticalAlign%3Dmiddle%3Brounded%3D0%3B%22%20value%3D%22Hospital%20Information%2C%20support%20and%20your%20account%2C%20online%22%20vertex%3D%221%22%3E%0A%20%20%20%20%20%20%20%20%20%20%3CmxGeometry%20height%3D%2230%22%20width%3D%22320%22%20x%3D%22-960%22%20y%3D%22-1270%22%20as%3D%22geometry%22%20%2F%3E%0A%20%20%20%20%20%20%20%20%3C%2FmxCell%3E%0A%20%20%20%20%20%20%20%20%3CmxCell%20id%3D%22oWpswSxRwA3xlJmWOE_t-14%22%20parent%3D%22oHbeEw1_RvLHJVDc-91e-1%22%20style%3D%22text%3Bhtml%3D1%3BwhiteSpace%3Dwrap%3BstrokeColor%3Dnone%3BfillColor%3Dnone%3Balign%3Dcenter%3BverticalAlign%3Dmiddle%3Brounded%3D0%3B%22%20value%3D%22Hero%20Image%22%20vertex%3D%221%22%3E%0A%20%20%20%20%20%20%20%20%20%20%3CmxGeometry%20height%3D%2230%22%20width%3D%2290%22%20x%3D%22-350%22%20y%3D%22-1220%22%20as%3D%22geometry%22%20%2F%3E%0A%20%20%20%20%20%20%20%20%3C%2FmxCell%3E%0A%20%20%20%20%20%20%20%20%3CmxCell%20id%3D%22oWpswSxRwA3xlJmWOE_t-15%22%20parent%3D%22oHbeEw1_RvLHJVDc-91e-1%22%20style%3D%22text%3Bhtml%3D1%3BwhiteSpace%3Dwrap%3BstrokeColor%3Dnone%3BfillColor%3Dnone%3Balign%3Dcenter%3BverticalAlign%3Dmiddle%3Brounded%3D0%3B%22%20value%3D%22%26lt%3Bb%26gt%3BAbout%20Us%26lt%3B%2Fb%26gt%3B%22%20vertex%3D%221%22%3E%0A%20%20%20%20%20%20%20%20%20%20%3CmxGeometry%20height%3D%2230%22%20width%3D%2260%22%20x%3D%22-940%22%20y%3D%22-970%22%20as%3D%22geometry%22%20%2F%3E%0A%20%20%20%20%20%20%20%20%3C%2FmxCell%3E%0A%20%20%20%20%20%20%20%20%3CmxCell%20id%3D%22oWpswSxRwA3xlJmWOE_t-16%22%20parent%3D%22oHbeEw1_RvLHJVDc-91e-1%22%20style%3D%22text%3Bhtml%3D1%3BwhiteSpace%3Dwrap%3BstrokeColor%3Dnone%3BfillColor%3Dnone%3Balign%3Dcenter%3BverticalAlign%3Dmiddle%3Brounded%3D0%3B%22%20value%3D%22%26lt%3Bb%26gt%3BPharmacy%26lt%3B%2Fb%26gt%3B%22%20vertex%3D%221%22%3E%0A%20%20%20%20%20%20%20%20%20%20%3CmxGeometry%20height%3D%2230%22%20width%3D%2260%22%20x%3D%22-610%22%20y%3D%22-970%22%20as%3D%22geometry%22%20%2F%3E%0A%20%20%20%20%20%20%20%20%3C%2FmxCell%3E%0A%20%20%20%20%20%20%20%20%3CmxCell%20id%3D%22oWpswSxRwA3xlJmWOE_t-17%22%20parent%3D%22oHbeEw1_RvLHJVDc-91e-1%22%20style%3D%22text%3Bhtml%3D1%3BwhiteSpace%3Dwrap%3BstrokeColor%3Dnone%3BfillColor%3Dnone%3Balign%3Dcenter%3BverticalAlign%3Dmiddle%3Brounded%3D0%3B%22%20value%3D%22%26lt%3Bb%26gt%3BContact%20Us%26lt%3B%2Fb%26gt%3B%22%20vertex%3D%221%22%3E%0A%20%20%20%20%20%20%20%20%20%20%3CmxGeometry%20height%3D%2230%22%20width%3D%2280%22%20x%3D%22-300%22%20y%3D%22-970%22%20as%3D%22geometry%22%20%2F%3E%0A%20%20%20%20%20%20%20%20%3C%2FmxCell%3E%0A%20%20%20%20%20%20%20%20%3CmxCell%20id%3D%22oWpswSxRwA3xlJmWOE_t-19%22%20parent%3D%22oHbeEw1_RvLHJVDc-91e-1%22%20style%3D%22text%3Bhtml%3D1%3BwhiteSpace%3Dwrap%3BstrokeColor%3Dnone%3BfillColor%3Dnone%3Balign%3Dcenter%3BverticalAlign%3Dmiddle%3Brounded%3D0%3B%22%20value%3D%22Medical%20products%20available%22%20vertex%3D%221%22%3E%0A%20%20%20%20%20%20%20%20%20%20%3CmxGeometry%20height%3D%2230%22%20width%3D%22160%22%20x%3D%22-640%22%20y%3D%22-870%22%20as%3D%22geometry%22%20%2F%3E%0A%20%20%20%20%20%20%20%20%3C%2FmxCell%3E%0A%20%20%20%20%20%20%20%20%3CmxCell%20id%3D%22oWpswSxRwA3xlJmWOE_t-20%22%20parent%3D%22oHbeEw1_RvLHJVDc-91e-1%22%20style%3D%22text%3Bhtml%3D1%3BwhiteSpace%3Dwrap%3BstrokeColor%3Dnone%3BfillColor%3Dnone%3Balign%3Dcenter%3BverticalAlign%3Dmiddle%3Brounded%3D0%3B%22%20value%3D%22Our%20mission%2C%20vision%20and%20services%22%20vertex%3D%221%22%3E%0A%20%20%20%20%20%20%20%20%20%20%3CmxGeometry%20height%3D%2230%22%20width%3D%22150%22%20x%3D%22-960%22%20y%3D%22-870%22%20as%3D%22geometry%22%20%2F%3E%0A%20%20%20%20%20%20%20%20%3C%2FmxCell%3E%0A%20%20%20%20%20%20%20%20%3CmxCell%20id%3D%22oWpswSxRwA3xlJmWOE_t-21%22%20parent%3D%22oHbeEw1_RvLHJVDc-91e-1%22%20style%3D%22text%3Bhtml%3D1%3BwhiteSpace%3Dwrap%3BstrokeColor%3Dnone%3BfillColor%3Dnone%3Balign%3Dcenter%3BverticalAlign%3Dmiddle%3Brounded%3D0%3B%22%20value%3D%22Phone%2C%20email%2C%20location%20and%20enquiry%20form%22%20vertex%3D%221%22%3E%0A%20%20%20%20%20%20%20%20%20%20%3CmxGeometry%20height%3D%2230%22%20width%3D%22160%22%20x%3D%22-320%22%20y%3D%22-870%22%20as%3D%22geometry%22%20%2F%3E%0A%20%20%20%20%20%20%20%20%3C%2FmxCell%3E%0A%20%20%20%20%20%20%20%20%3CmxCell%20id%3D%22oWpswSxRwA3xlJmWOE_t-22%22%20parent%3D%22oHbeEw1_RvLHJVDc-91e-1%22%20style%3D%22text%3Bhtml%3D1%3BwhiteSpace%3Dwrap%3BstrokeColor%3Dnone%3BfillColor%3Dnone%3Balign%3Dcenter%3BverticalAlign%3Dmiddle%3Brounded%3D0%3B%22%20value%3D%22Learn%20more%26amp%3Bgt%3B%26amp%3Bgt%3B%22%20vertex%3D%221%22%3E%0A%20%20%20%20%20%20%20%20%20%20%3CmxGeometry%20height%3D%2230%22%20width%3D%2280%22%20x%3D%22-600%22%20y%3D%22-790%22%20as%3D%22geometry%22%20%2F%3E%0A%20%20%20%20%20%20%20%20%3C%2FmxCell%3E%0A%20%20%20%20%20%20%20%20%3CmxCell%20id%3D%22oWpswSxRwA3xlJmWOE_t-23%22%20parent%3D%22oHbeEw1_RvLHJVDc-91e-1%22%20style%3D%22text%3Bhtml%3D1%3BwhiteSpace%3Dwrap%3BstrokeColor%3Dnone%3BfillColor%3Dnone%3Balign%3Dcenter%3BverticalAlign%3Dmiddle%3Brounded%3D0%3B%22%20value%3D%22Learn%20more%26amp%3Bgt%3B%26amp%3Bgt%3B%22%20vertex%3D%221%22%3E%0A%20%20%20%20%20%20%20%20%20%20%3CmxGeometry%20height%3D%2230%22%20width%3D%2280%22%20x%3D%22-898.5%22%20y%3D%22-790%22%20as%3D%22geometry%22%20%2F%3E%0A%20%20%20%20%20%20%20%20%3C%2FmxCell%3E%0A%20%20%20%20%20%20%20%20%3CmxCell%20id%3D%22oWpswSxRwA3xlJmWOE_t-24%22%20parent%3D%22oHbeEw1_RvLHJVDc-91e-1%22%20style%3D%22text%3Bhtml%3D1%3BwhiteSpace%3Dwrap%3BstrokeColor%3Dnone%3BfillColor%3Dnone%3Balign%3Dcenter%3BverticalAlign%3Dmiddle%3Brounded%3D0%3B%22%20value%3D%22Learn%20more%26amp%3Bgt%3B%26amp%3Bgt%3B%22%20vertex%3D%221%22%3E%0A%20%20%20%20%20%20%20%20%20%20%3CmxGeometry%20height%3D%2230%22%20width%3D%2290%22%20x%3D%22-290%22%20y%3D%22-790%22%20as%3D%22geometry%22%20%2F%3E%0A%20%20%20%20%20%20%20%20%3C%2FmxCell%3E%0A%20%20%20%20%20%20%20%20%3CmxCell%20id%3D%22oWpswSxRwA3xlJmWOE_t-26%22%20parent%3D%22oHbeEw1_RvLHJVDc-91e-1%22%20style%3D%22text%3Bhtml%3D1%3BwhiteSpace%3Dwrap%3BstrokeColor%3Dnone%3BfillColor%3Dnone%3Balign%3Dcenter%3BverticalAlign%3Dmiddle%3Brounded%3D0%3B%22%20value%3D%22%26lt%3Bb%26gt%3BAnnotations%26lt%3B%2Fb%26gt%3B%26lt%3Bdiv%26gt%3B%26lt%3Bbr%26gt%3B%26lt%3B%2Fdiv%26gt%3B%26lt%3Bdiv%26gt%3B%26lt%3Bbr%26gt%3B%26lt%3B%2Fdiv%26gt%3B%26lt%3Bdiv%26gt%3B%26lt%3Bbr%26gt%3B%26lt%3B%2Fdiv%26gt%3B%26lt%3Bdiv%26gt%3B%26lt%3Bdiv%26gt%3B%26lt%3Bdiv%26gt%3B%26lt%3Bbr%26gt%3B%26lt%3B%2Fdiv%26gt%3B%26lt%3B%2Fdiv%26gt%3B%26lt%3B%2Fdiv%26gt%3B%22%20vertex%3D%221%22%3E%0A%20%20%20%20%20%20%20%20%20%20%3CmxGeometry%20height%3D%2230%22%20width%3D%2260%22%20x%3D%2210.5%22%20y%3D%22-1400%22%20as%3D%22geometry%22%20%2F%3E%0A%20%20%20%20%20%20%20%20%3C%2FmxCell%3E%0A%20%20%20%20%20%20%20%20%3CmxCell%20id%3D%22oWpswSxRwA3xlJmWOE_t-27%22%20parent%3D%22oHbeEw1_RvLHJVDc-91e-1%22%20style%3D%22text%3Bhtml%3D1%3BwhiteSpace%3Dwrap%3BstrokeColor%3Dnone%3BfillColor%3Dnone%3Balign%3Dcenter%3BverticalAlign%3Dmiddle%3Brounded%3D0%3B%22%20value%3D%221%20Primary%20navigation%20%26amp%3Bnbsp%3Brepeats%20on%20every%20page.%20sign%20%26amp%3Bnbsp%3Bin%20becomes%20My%20Account%20once%20logged%20in.%26lt%3Bdiv%26gt%3B%26lt%3Bbr%26gt%3B%26lt%3B%2Fdiv%26gt%3B%26lt%3Bdiv%26gt%3B%26lt%3Bbr%26gt%3B%26lt%3B%2Fdiv%26gt%3B%26lt%3Bdiv%26gt%3B%26lt%3Bbr%26gt%3B%26lt%3Bdiv%26gt%3B%26lt%3Bbr%26gt%3B%26lt%3Bdiv%26gt%3B2%20Hero%20button%20link%20to%20sign%20up%20\(WF-02\)%20and%20Contact%20Us%20\(WF-04\)%26lt%3B%2Fdiv%26gt%3B%26lt%3Bdiv%26gt%3B%26lt%3Bbr%26gt%3B%26lt%3B%2Fdiv%26gt%3B%26lt%3Bdiv%26gt%3B%26lt%3Bbr%26gt%3B%26lt%3B%2Fdiv%26gt%3B%26lt%3Bdiv%26gt%3B%26lt%3Bbr%26gt%3B%26lt%3B%2Fdiv%26gt%3B%26lt%3Bdiv%26gt%3B3%20Cards%20link%20to%20About%20Us%2C%20Pharmacy%20and%20%26amp%3Bnbsp%3BContact%20Us.%20Wording%20to%20be%20supplied%20by%20hospital%20representatives.%26lt%3B%2Fdiv%26gt%3B%26lt%3Bdiv%26gt%3B%26lt%3Bbr%26gt%3B%26lt%3B%2Fdiv%26gt%3B%26lt%3Bdiv%26gt%3B%26lt%3Bbr%26gt%3B%26lt%3B%2Fdiv%26gt%3B%26lt%3Bdiv%26gt%3B%26lt%3Bbr%26gt%3B%26lt%3B%2Fdiv%26gt%3B%26lt%3Bdiv%26gt%3B%26lt%3Bbr%26gt%3B%26lt%3B%2Fdiv%26gt%3B%26lt%3Bdiv%26gt%3B4%20Footer%3A%20Social%20links%20and%20copyright%26lt%3B%2Fdiv%26gt%3B%26lt%3B%2Fdiv%26gt%3B%26lt%3B%2Fdiv%26gt%3B%22%20vertex%3D%221%22%3E%0A%20%20%20%20%20%20%20%20%20%20%3CmxGeometry%20height%3D%2230%22%20width%3D%22202%22%20x%3D%22-42%22%20y%3D%22-1240%22%20as%3D%22geometry%22%20%2F%3E%0A%20%20%20%20%20%20%20%20%3C%2FmxCell%3E%0A%20%20%20%20%20%20%3C%2Froot%3E%0A%20%20%20%20%3C%2FmxGraphModel%3E%0A%20%20%3C%2Fdiagram%3E%0A%20%20%3Cdiagram%20name%3D%22%20Health%20Link%20Wireframe2%22%20id%3D%22qTfBDr95VxpD0usm1kC7%22%3E%0A%20%20%20%20%3CmxGraphModel%20dx%3D%221941%22%20dy%3D%222086%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Kp_2aeZrO6LcbmKq__Kv-0%22%20%2F%3E%0A%20%20%20%20%20%20%20%20%3CmxCell%20id%3D%22Kp_2aeZrO6LcbmKq__Kv-1%22%20parent%3D%22Kp_2aeZrO6LcbmKq__Kv-0%22%20%2F%3E%0A%20%20%20%20%20%20%20%20%3CmxCell%20id%3D%22Kp_2aeZrO6LcbmKq__Kv-2%22%20parent%3D%22Kp_2aeZrO6LcbmKq__Kv-1%22%20style%3D%22rounded%3D0%3BwhiteSpace%3Dwrap%3Bhtml%3D1%3B%22%20value%3D%22%22%20vertex%3D%221%22%3E%0A%20%20%20%20%20%20%20%20%20%20%3CmxGeometry%20height%3D%22740%22%20width%3D%221260%22%20x%3D%22-1050%22%20y%3D%22-1375%22%20as%3D%22geometry%22%20%2F%3E%0A%20%20%20%20%20%20%20%20%3C%2FmxCell%3E%0A%20%20%20%20%20%20%20%20%3CmxCell%20id%3D%22Kp_2aeZrO6LcbmKq__Kv-3%22%20parent%3D%22Kp_2aeZrO6LcbmKq__Kv-1%22%20style%3D%22rounded%3D0%3BwhiteSpace%3Dwrap%3Bhtml%3D1%3B%22%20value%3D%22%22%20vertex%3D%221%22%3E%0A%20%20%20%20%20%20%20%20%20%20%3CmxGeometry%20height%3D%2230%22%20width%3D%221260%22%20x%3D%22-1050%22%20y%3D%22-665%22%20as%3D%22geometry%22%20%2F%3E%0A%20%20%20%20%20%20%20%20%3C%2FmxCell%3E%0A%20%20%20%20%20%20%20%20%3CmxCell%20id%3D%22Kp_2aeZrO6LcbmKq__Kv-4%22%20parent%3D%22Kp_2aeZrO6LcbmKq__Kv-1%22%20style%3D%22rounded%3D0%3BwhiteSpace%3Dwrap%3Bhtml%3D1%3Bdirection%3Dsouth%3B%22%20value%3D%22%22%20vertex%3D%221%22%3E%0A%20%20%20%20%20%20%20%20%20%20%3CmxGeometry%20height%3D%22520%22%20width%3D%22280%22%20x%3D%22-1020%22%20y%3D%22-1230%22%20as%3D%22geometry%22%20%2F%3E%0A%20%20%20%20%20%20%20%20%3C%2FmxCell%3E%0A%20%20%20%20%20%20%20%20%3CmxCell%20id%3D%22Kp_2aeZrO6LcbmKq__Kv-5%22%20parent%3D%22Kp_2aeZrO6LcbmKq__Kv-1%22%20style%3D%22rounded%3D0%3BwhiteSpace%3Dwrap%3Bhtml%3D1%3Bdirection%3Dsouth%3B%22%20value%3D%22%22%20vertex%3D%221%22%3E%0A%20%20%20%20%20%20%20%20%20%20%3CmxGeometry%20height%3D%22510%22%20width%3D%22280%22%20x%3D%22-693%22%20y%3D%22-1230%22%20as%3D%22geometry%22%20%2F%3E%0A%20%20%20%20%20%20%20%20%3C%2FmxCell%3E%0A%20%20%20%20%20%20%20%20%3CmxCell%20id%3D%22Kp_2aeZrO6LcbmKq__Kv-6%22%20parent%3D%22Kp_2aeZrO6LcbmKq__Kv-1%22%20style%3D%22rounded%3D0%3BwhiteSpace%3Dwrap%3Bhtml%3D1%3Bdirection%3Dsouth%3B%22%20value%3D%22%22%20vertex%3D%221%22%3E%0A%20%20%20%20%20%20%20%20%20%20%3CmxGeometry%20height%3D%22510%22%20width%3D%22280%22%20x%3D%22-366%22%20y%3D%22-1230%22%20as%3D%22geometry%22%20%2F%3E%0A%20%20%20%20%20%20%20%20%3C%2FmxCell%3E%0A%20%20%20%20%20%20%20%20%3CmxCell%20id%3D%22Kp_2aeZrO6LcbmKq__Kv-7%22%20parent%3D%22Kp_2aeZrO6LcbmKq__Kv-1%22%20style%3D%22rounded%3D0%3BwhiteSpace%3Dwrap%3Bhtml%3D1%3Bdirection%3Dsouth%3B%22%20value%3D%221%20Sign%20up%20by%20email%20address%20only.%20A%20verification%20email%20follows%20\(WF-02A\).%26lt%3Bdiv%26gt%3B%26lt%3Bbr%26gt%3B%26lt%3B%2Fdiv%26gt%3B%26lt%3Bdiv%26gt%3B%26lt%3Bbr%26gt%3B%26lt%3Bdiv%26gt%3B2%20Password%20rules%20are%20shown%20inline%20as%20the%20user%20types.%26lt%3B%2Fdiv%26gt%3B%26lt%3Bdiv%26gt%3B%26lt%3Bbr%26gt%3B%26lt%3B%2Fdiv%26gt%3B%26lt%3Bdiv%26gt%3B%26lt%3Bbr%26gt%3B%26lt%3B%2Fdiv%26gt%3B%26lt%3Bdiv%26gt%3B3%20Consent%20box%20is%20mandatory%20and%20unticked%20by%20default%20\(UK%20GDPR\)%26lt%3B%2Fdiv%26gt%3B%26lt%3Bdiv%26gt%3B%26lt%3Bbr%26gt%3B%26lt%3B%2Fdiv%26gt%3B%26lt%3Bdiv%26gt%3B%26lt%3Bbr%26gt%3B%26lt%3B%2Fdiv%26gt%3B%26lt%3Bdiv%26gt%3B4%20Generic%20error%20message%26lt%3B%2Fdiv%26gt%3B%26lt%3Bdiv%26gt%3B%26lt%3Bbr%26gt%3B%26lt%3B%2Fdiv%26gt%3B%26lt%3Bdiv%26gt%3B5%20Same%20confirmation%20shown%20whether%20or%20not%20the%20account%20exists.%20Reset%20link%20is%20time%20limited.%26lt%3B%2Fdiv%26gt%3B%26lt%3B%2Fdiv%26gt%3B%22%20vertex%3D%221%22%3E%0A%20%20%20%20%20%20%20%20%20%20%3CmxGeometry%20height%3D%22530%22%20width%3D%22210%22%20x%3D%22-30%22%20y%3D%22-1230%22%20as%3D%22geometry%22%20%2F%3E%0A%20%20%20%20%20%20%20%20%3C%2FmxCell%3E%0A%20%20%20%20%20%20%20%20%3CmxCell%20id%3D%22Kp_2aeZrO6LcbmKq__Kv-8%22%20parent%3D%22Kp_2aeZrO6LcbmKq__Kv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22120%22%20x%3D%22-1020%22%20y%3D%22-1340%22%20as%3D%22geometry%22%20%2F%3E%0A%20%20%20%20%20%20%20%20%3C%2FmxCell%3E%0A%20%20%20%20%20%20%20%20%3CmxCell%20id%3D%22Kp_2aeZrO6LcbmKq__Kv-9%22%20parent%3D%22Kp_2aeZrO6LcbmKq__Kv-1%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-600%22%20y%3D%22-1340%22%20as%3D%22geometry%22%20%2F%3E%0A%20%20%20%20%20%20%20%20%3C%2FmxCell%3E%0A%20%20%20%20%20%20%20%20%3CmxCell%20id%3D%22Kp_2aeZrO6LcbmKq__Kv-10%22%20parent%3D%22Kp_2aeZrO6LcbmKq__Kv-1%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-477.5%22%20y%3D%22-1340%22%20as%3D%22geometry%22%20%2F%3E%0A%20%20%20%20%20%20%20%20%3C%2FmxCell%3E%0A%20%20%20%20%20%20%20%20%3CmxCell%20id%3D%22Kp_2aeZrO6LcbmKq__Kv-11%22%20parent%3D%22Kp_2aeZrO6LcbmKq__Kv-1%22%20style%3D%22text%3Bhtml%3D1%3BwhiteSpace%3Dwrap%3BstrokeColor%3Dnone%3BfillColor%3Dnone%3Balign%3Dcenter%3BverticalAlign%3Dmiddle%3Brounded%3D0%3B%22%20value%3D%22Pharmacy%22%20vertex%3D%221%22%3E%0A%20%20%20%20%20%20%20%20%20%20%3CmxGeometry%20height%3D%2230%22%20width%3D%2290%22%20x%3D%22-360%22%20y%3D%22-1340%22%20as%3D%22geometry%22%20%2F%3E%0A%20%20%20%20%20%20%20%20%3C%2FmxCell%3E%0A%20%20%20%20%20%20%20%20%3CmxCell%20id%3D%22Kp_2aeZrO6LcbmKq__Kv-12%22%20parent%3D%22Kp_2aeZrO6LcbmKq__Kv-1%22%20style%3D%22text%3Bhtml%3D1%3BwhiteSpace%3Dwrap%3BstrokeColor%3Dnone%3BfillColor%3Dnone%3Balign%3Dcenter%3BverticalAlign%3Dmiddle%3Brounded%3D0%3B%22%20value%3D%22Contact%20Us%22%20vertex%3D%221%22%3E%0A%20%20%20%20%20%20%20%20%20%20%3CmxGeometry%20height%3D%2230%22%20width%3D%2290%22%20x%3D%22-212.5%22%20y%3D%22-1340%22%20as%3D%22geometry%22%20%2F%3E%0A%20%20%20%20%20%20%20%20%3C%2FmxCell%3E%0A%20%20%20%20%20%20%20%20%3CmxCell%20id%3D%22Kp_2aeZrO6LcbmKq__Kv-13%22%20parent%3D%22Kp_2aeZrO6LcbmKq__Kv-1%22%20style%3D%22text%3Bhtml%3D1%3BwhiteSpace%3Dwrap%3BstrokeColor%3Dnone%3BfillColor%3Dnone%3Balign%3Dcenter%3BverticalAlign%3Dmiddle%3Brounded%3D0%3B%22%20value%3D%22%26lt%3Bb%26gt%3BSign%20In%26lt%3B%2Fb%26gt%3B%22%20vertex%3D%221%22%3E%0A%20%20%20%20%20%20%20%20%20%20%3CmxGeometry%20height%3D%2230%22%20width%3D%2260%22%20x%3D%22-50%22%20y%3D%22-1340%22%20as%3D%22geometry%22%20%2F%3E%0A%20%20%20%20%20%20%20%20%3C%2FmxCell%3E%0A%20%20%20%20%20%20%20%20%3CmxCell%20id%3D%22Kp_2aeZrO6LcbmKq__Kv-29%22%20parent%3D%22Kp_2aeZrO6LcbmKq__Kv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-90%22%20y%3D%22-667.5%22%20as%3D%22geometry%22%20%2F%3E%0A%20%20%20%20%20%20%20%20%3C%2FmxCell%3E%0A%20%20%20%20%20%20%20%20%3CmxCell%20id%3D%22Kp_2aeZrO6LcbmKq__Kv-30%22%20parent%3D%22Kp_2aeZrO6LcbmKq__Kv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-42%22%20y%3D%22-665%22%20as%3D%22geometry%22%20%2F%3E%0A%20%20%20%20%20%20%20%20%3C%2FmxCell%3E%0A%20%20%20%20%20%20%20%20%3CmxCell%20id%3D%22Kp_2aeZrO6LcbmKq__Kv-31%22%20parent%3D%22Kp_2aeZrO6LcbmKq__Kv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2295%22%20y%3D%22-665%22%20as%3D%22geometry%22%20%2F%3E%0A%20%20%20%20%20%20%20%20%3C%2FmxCell%3E%0A%20%20%20%20%20%20%20%20%3CmxCell%20id%3D%22Kp_2aeZrO6LcbmKq__Kv-32%22%20parent%3D%22Kp_2aeZrO6LcbmKq__Kv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22120%22%20y%3D%22-665%22%20as%3D%22geometry%22%20%2F%3E%0A%20%20%20%20%20%20%20%20%3C%2FmxCell%3E%0A%20%20%20%20%20%20%20%20%3CmxCell%20id%3D%22Kp_2aeZrO6LcbmKq__Kv-33%22%20parent%3D%22Kp_2aeZrO6LcbmKq__Kv-1%22%20style%3D%22text%3Bhtml%3D1%3BwhiteSpace%3Dwrap%3BstrokeColor%3Dnone%3BfillColor%3Dnone%3Balign%3Dcenter%3BverticalAlign%3Dmiddle%3Brounded%3D0%3B%22%20value%3D%22WF-02%2F%20Sign%20up%2C%20sign%20in%20and%20reset%20password%22%20vertex%3D%221%22%3E%0A%20%20%20%20%20%20%20%20%20%20%3CmxGeometry%20height%3D%2257.5%22%20width%3D%22260%22%20x%3D%22-998.5%22%20y%3D%22-681.25%22%20as%3D%22geometry%22%20%2F%3E%0A%20%20%20%20%20%20%20%20%3C%2FmxCell%3E%0A%20%20%20%20%20%20%20%20%3CmxCell%20id%3D%22Kp_2aeZrO6LcbmKq__Kv-34%22%20parent%3D%22Kp_2aeZrO6LcbmKq__Kv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-12%22%20y%3D%22-667.5%22%20as%3D%22geometry%22%20%2F%3E%0A%20%20%20%20%20%20%20%20%3C%2FmxCell%3E%0A%20%20%20%20%20%20%20%20%3CmxCell%20id%3D%22MYq4s_DYS30JiDJfgSZF-4%22%20parent%3D%22Kp_2aeZrO6LcbmKq__Kv-1%22%20style%3D%22rounded%3D0%3BwhiteSpace%3Dwrap%3Bhtml%3D1%3BfillColor%3D%23b1ddf0%3BstrokeColor%3D%2310739e%3B%22%20value%3D%22Sign%20in%22%20vertex%3D%221%22%3E%0A%20%20%20%20%20%20%20%20%20%20%3CmxGeometry%20height%3D%2260%22%20width%3D%22237%22%20x%3D%22-671.5%22%20y%3D%22-940%22%20as%3D%22geometry%22%20%2F%3E%0A%20%20%20%20%20%20%20%20%3C%2FmxCell%3E%0A%20%20%20%20%20%20%20%20%3CmxCell%20id%3D%22MYq4s_DYS30JiDJfgSZF-5%22%20parent%3D%22Kp_2aeZrO6LcbmKq__Kv-1%22%20style%3D%22rounded%3D0%3BwhiteSpace%3Dwrap%3Bhtml%3D1%3B%22%20value%3D%22Password%22%20vertex%3D%221%22%3E%0A%20%20%20%20%20%20%20%20%20%20%3CmxGeometry%20height%3D%2260%22%20width%3D%22237%22%20x%3D%22-671.5%22%20y%3D%22-1080%22%20as%3D%22geometry%22%20%2F%3E%0A%20%20%20%20%20%20%20%20%3C%2FmxCell%3E%0A%20%20%20%20%20%20%20%20%3CmxCell%20id%3D%22MYq4s_DYS30JiDJfgSZF-7%22%20parent%3D%22Kp_2aeZrO6LcbmKq__Kv-1%22%20style%3D%22rounded%3D0%3BwhiteSpace%3Dwrap%3Bhtml%3D1%3BfillColor%3D%23b1ddf0%3BstrokeColor%3D%2310739e%3B%22%20value%3D%22Send%20a%20rest%20link%22%20vertex%3D%221%22%3E%0A%20%20%20%20%20%20%20%20%20%20%3CmxGeometry%20height%3D%2260%22%20width%3D%22237%22%20x%3D%22-351%22%20y%3D%22-970%22%20as%3D%22geometry%22%20%2F%3E%0A%20%20%20%20%20%20%20%20%3C%2FmxCell%3E%0A%20%20%20%20%20%20%20%20%3CmxCell%20id%3D%22MYq4s_DYS30JiDJfgSZF-9%22%20parent%3D%22Kp_2aeZrO6LcbmKq__Kv-1%22%20style%3D%22rounded%3D0%3BwhiteSpace%3Dwrap%3Bhtml%3D1%3B%22%20value%3D%22Email%20address%22%20vertex%3D%221%22%3E%0A%20%20%20%20%20%20%20%20%20%20%3CmxGeometry%20height%3D%2260%22%20width%3D%22237%22%20x%3D%22-671.5%22%20y%3D%22-1180%22%20as%3D%22geometry%22%20%2F%3E%0A%20%20%20%20%20%20%20%20%3C%2FmxCell%3E%0A%20%20%20%20%20%20%20%20%3CmxCell%20id%3D%22MYq4s_DYS30JiDJfgSZF-12%22%20parent%3D%22Kp_2aeZrO6LcbmKq__Kv-1%22%20style%3D%22rounded%3D0%3BwhiteSpace%3Dwrap%3Bhtml%3D1%3B%22%20value%3D%22Email%20address%26amp%3Bnbsp%3B%22%20vertex%3D%221%22%3E%0A%20%20%20%20%20%20%20%20%20%20%3CmxGeometry%20height%3D%2260%22%20width%3D%22237%22%20x%3D%22-1003.5%22%20y%3D%22-1180%22%20as%3D%22geometry%22%20%2F%3E%0A%20%20%20%20%20%20%20%20%3C%2FmxCell%3E%0A%20%20%20%20%20%20%20%20%3CmxCell%20id%3D%22MYq4s_DYS30JiDJfgSZF-13%22%20parent%3D%22Kp_2aeZrO6LcbmKq__Kv-1%22%20style%3D%22rounded%3D0%3BwhiteSpace%3Dwrap%3Bhtml%3D1%3B%22%20value%3D%22Password%22%20vertex%3D%221%22%3E%0A%20%20%20%20%20%20%20%20%20%20%3CmxGeometry%20height%3D%2260%22%20width%3D%22237%22%20x%3D%22-998.5%22%20y%3D%22-1080%22%20as%3D%22geometry%22%20%2F%3E%0A%20%20%20%20%20%20%20%20%3C%2FmxCell%3E%0A%20%20%20%20%20%20%20%20%3CmxCell%20id%3D%22MYq4s_DYS30JiDJfgSZF-15%22%20parent%3D%22Kp_2aeZrO6LcbmKq__Kv-1%22%20style%3D%22rounded%3D0%3BwhiteSpace%3Dwrap%3Bhtml%3D1%3B%22%20value%3D%22Confirm%20password%22%20vertex%3D%221%22%3E%0A%20%20%20%20%20%20%20%20%20%20%3CmxGeometry%20height%3D%2260%22%20width%3D%22237%22%20x%3D%22-998.5%22%20y%3D%22-970%22%20as%3D%22geometry%22%20%2F%3E%0A%20%20%20%20%20%20%20%20%3C%2FmxCell%3E%0A%20%20%20%20%20%20%20%20%3CmxCell%20id%3D%22MYq4s_DYS30JiDJfgSZF-17%22%20parent%3D%22Kp_2aeZrO6LcbmKq__Kv-1%22%20style%3D%22rounded%3D0%3BwhiteSpace%3Dwrap%3Bhtml%3D1%3BfillColor%3D%23b1ddf0%3BstrokeColor%3D%2310739e%3B%22%20value%3D%22Create%20%26amp%3Bnbsp%3Baccount%22%20vertex%3D%221%22%3E%0A%20%20%20%20%20%20%20%20%20%20%3CmxGeometry%20height%3D%2260%22%20width%3D%22237%22%20x%3D%22-1003.5%22%20y%3D%22-840%22%20as%3D%22geometry%22%20%2F%3E%0A%20%20%20%20%20%20%20%20%3C%2FmxCell%3E%0A%20%20%20%20%20%20%20%20%3CmxCell%20id%3D%22MYq4s_DYS30JiDJfgSZF-19%22%20parent%3D%22Kp_2aeZrO6LcbmKq__Kv-1%22%20style%3D%22whiteSpace%3Dwrap%3Bhtml%3D1%3Baspect%3Dfixed%3B%22%20value%3D%22%22%20vertex%3D%221%22%3E%0A%20%20%20%20%20%20%20%20%20%20%3CmxGeometry%20height%3D%2225%22%20width%3D%2225%22%20x%3D%22-998.5%22%20y%3D%22-890%22%20as%3D%22geometry%22%20%2F%3E%0A%20%20%20%20%20%20%20%20%3C%2FmxCell%3E%0A%20%20%20%20%20%20%20%20%3CmxCell%20id%3D%22MYq4s_DYS30JiDJfgSZF-20%22%20parent%3D%22Kp_2aeZrO6LcbmKq__Kv-1%22%20style%3D%22text%3Bhtml%3D1%3BwhiteSpace%3Dwrap%3BstrokeColor%3Dnone%3BfillColor%3Dnone%3Balign%3Dcenter%3BverticalAlign%3Dmiddle%3Brounded%3D0%3B%22%20value%3D%22I%20consent%20to%20my%20data%20being%20used%20to%20provide%20my%20account%22%20vertex%3D%221%22%3E%0A%20%20%20%20%20%20%20%20%20%20%3CmxGeometry%20height%3D%2230%22%20width%3D%22150%22%20x%3D%22-940%22%20y%3D%22-890%22%20as%3D%22geometry%22%20%2F%3E%0A%20%20%20%20%20%20%20%20%3C%2FmxCell%3E%0A%20%20%20%20%20%20%20%20%3CmxCell%20id%3D%22MYq4s_DYS30JiDJfgSZF-21%22%20parent%3D%22Kp_2aeZrO6LcbmKq__Kv-1%22%20style%3D%22text%3Bhtml%3D1%3BwhiteSpace%3Dwrap%3BstrokeColor%3Dnone%3BfillColor%3Dnone%3Balign%3Dcenter%3BverticalAlign%3Dmiddle%3Brounded%3D0%3B%22%20value%3D%22Already%20registered%3F%20sign%20in%22%20vertex%3D%221%22%3E%0A%20%20%20%20%20%20%20%20%20%20%3CmxGeometry%20height%3D%2230%22%20width%3D%22160%22%20x%3D%22-965%22%20y%3D%22-760%22%20as%3D%22geometry%22%20%2F%3E%0A%20%20%20%20%20%20%20%20%3C%2FmxCell%3E%0A%20%20%20%20%20%20%20%20%3CmxCell%20id%3D%22MYq4s_DYS30JiDJfgSZF-22%22%20parent%3D%22Kp_2aeZrO6LcbmKq__Kv-1%22%20style%3D%22text%3Bhtml%3D1%3BwhiteSpace%3Dwrap%3BstrokeColor%3Dnone%3BfillColor%3Dnone%3Balign%3Dcenter%3BverticalAlign%3Dmiddle%3Brounded%3D0%3B%22%20value%3D%22%26lt%3Bfont%20style%3D%26quot%3Bfont-size%3A%2014px%3B%26quot%3B%26gt%3B%26lt%3Bb%26gt%3BSign%20up%26lt%3B%2Fb%26gt%3B%26lt%3B%2Ffont%26gt%3B%22%20vertex%3D%221%22%3E%0A%20%20%20%20%20%20%20%20%20%20%3CmxGeometry%20height%3D%2230%22%20width%3D%2260%22%20x%3D%22-1003.5%22%20y%3D%22-1220%22%20as%3D%22geometry%22%20%2F%3E%0A%20%20%20%20%20%20%20%20%3C%2FmxCell%3E%0A%20%20%20%20%20%20%20%20%3CmxCell%20id%3D%22MYq4s_DYS30JiDJfgSZF-23%22%20parent%3D%22Kp_2aeZrO6LcbmKq__Kv-1%22%20style%3D%22text%3Bhtml%3D1%3BwhiteSpace%3Dwrap%3BstrokeColor%3Dnone%3BfillColor%3Dnone%3Balign%3Dcenter%3BverticalAlign%3Dmiddle%3Brounded%3D0%3B%22%20value%3D%22%26lt%3Bfont%20style%3D%26quot%3Bfont-size%3A%2014px%3B%26quot%3B%26gt%3B%26lt%3Bb%26gt%3BSign%20in%26lt%3B%2Fb%26gt%3B%26lt%3B%2Ffont%26gt%3B%22%20vertex%3D%221%22%3E%0A%20%20%20%20%20%20%20%20%20%20%3CmxGeometry%20height%3D%2230%22%20width%3D%2260%22%20x%3D%22-670%22%20y%3D%22-1220%22%20as%3D%22geometry%22%20%2F%3E%0A%20%20%20%20%20%20%20%20%3C%2FmxCell%3E%0A%20%20%20%20%20%20%20%20%3CmxCell%20id%3D%22MYq4s_DYS30JiDJfgSZF-24%22%20parent%3D%22Kp_2aeZrO6LcbmKq__Kv-1%22%20style%3D%22text%3Bhtml%3D1%3BwhiteSpace%3Dwrap%3BstrokeColor%3Dnone%3BfillColor%3Dnone%3Balign%3Dcenter%3BverticalAlign%3Dmiddle%3Brounded%3D0%3B%22%20value%3D%22Incorrect%20email%20or%20password%22%20vertex%3D%221%22%3E%0A%20%20%20%20%20%20%20%20%20%20%3CmxGeometry%20height%3D%2230%22%20width%3D%22160%22%20x%3D%22-650%22%20y%3D%22-1000%22%20as%3D%22geometry%22%20%2F%3E%0A%20%20%20%20%20%20%20%20%3C%2FmxCell%3E%0A%20%20%20%20%20%20%20%20%3CmxCell%20id%3D%22MYq4s_DYS30JiDJfgSZF-25%22%20parent%3D%22Kp_2aeZrO6LcbmKq__Kv-1%22%20style%3D%22text%3Bhtml%3D1%3BwhiteSpace%3Dwrap%3BstrokeColor%3Dnone%3BfillColor%3Dnone%3Balign%3Dcenter%3BverticalAlign%3Dmiddle%3Brounded%3D0%3B%22%20value%3D%22Forgot%20password%3F%22%20vertex%3D%221%22%3E%0A%20%20%20%20%20%20%20%20%20%20%3CmxGeometry%20height%3D%2230%22%20width%3D%22160%22%20x%3D%22-700%22%20y%3D%22-850%22%20as%3D%22geometry%22%20%2F%3E%0A%20%20%20%20%20%20%20%20%3C%2FmxCell%3E%0A%20%20%20%20%20%20%20%20%3CmxCell%20id%3D%22MYq4s_DYS30JiDJfgSZF-26%22%20parent%3D%22Kp_2aeZrO6LcbmKq__Kv-1%22%20style%3D%22text%3Bhtml%3D1%3BwhiteSpace%3Dwrap%3BstrokeColor%3Dnone%3BfillColor%3Dnone%3Balign%3Dcenter%3BverticalAlign%3Dmiddle%3Brounded%3D0%3B%22%20value%3D%22New%20here%3F%20Create%20account%22%20vertex%3D%221%22%3E%0A%20%20%20%20%20%20%20%20%20%20%3CmxGeometry%20height%3D%2230%22%20width%3D%22160%22%20x%3D%22-671.5%22%20y%3D%22-800%22%20as%3D%22geometry%22%20%2F%3E%0A%20%20%20%20%20%20%20%20%3C%2FmxCell%3E%0A%20%20%20%20%20%20%20%20%3CmxCell%20id%3D%22MYq4s_DYS30JiDJfgSZF-27%22%20parent%3D%22Kp_2aeZrO6LcbmKq__Kv-1%22%20style%3D%22text%3Bhtml%3D1%3BwhiteSpace%3Dwrap%3BstrokeColor%3Dnone%3BfillColor%3Dnone%3Balign%3Dcenter%3BverticalAlign%3Dmiddle%3Brounded%3D0%3B%22%20value%3D%22Back%20to%20sign%20in%22%20vertex%3D%221%22%3E%0A%20%20%20%20%20%20%20%20%20%20%3CmxGeometry%20height%3D%2230%22%20width%3D%22150%22%20x%3D%22-335%22%20y%3D%22-760%22%20as%3D%22geometry%22%20%2F%3E%0A%20%20%20%20%20%20%20%20%3C%2FmxCell%3E%0A%20%20%20%20%20%20%20%20%3CmxCell%20id%3D%22MYq4s_DYS30JiDJfgSZF-28%22%20parent%3D%22Kp_2aeZrO6LcbmKq__Kv-1%22%20style%3D%22text%3Bhtml%3D1%3BwhiteSpace%3Dwrap%3BstrokeColor%3Dnone%3BfillColor%3Dnone%3Balign%3Dcenter%3BverticalAlign%3Dmiddle%3Brounded%3D0%3B%22%20value%3D%22%26lt%3Bfont%20style%3D%26quot%3Bfont-size%3A%2014px%3B%26quot%3B%26gt%3B%26lt%3Bb%26gt%3BReset%20%26amp%3Bnbsp%3Bpassword%26lt%3B%2Fb%26gt%3B%26lt%3B%2Ffont%26gt%3B%22%20vertex%3D%221%22%3E%0A%20%20%20%20%20%20%20%20%20%20%3CmxGeometry%20height%3D%2230%22%20width%3D%22144.5%22%20x%3D%22-350%22%20y%3D%22-1220%22%20as%3D%22geometry%22%20%2F%3E%0A%20%20%20%20%20%20%20%20%3C%2FmxCell%3E%0A%20%20%20%20%20%20%20%20%3CmxCell%20id%3D%22MYq4s_DYS30JiDJfgSZF-29%22%20parent%3D%22Kp_2aeZrO6LcbmKq__Kv-1%22%20style%3D%22text%3Bhtml%3D1%3BwhiteSpace%3Dwrap%3BstrokeColor%3Dnone%3BfillColor%3Dnone%3Balign%3Dcenter%3BverticalAlign%3Dmiddle%3Brounded%3D0%3B%22%20value%3D%22Enter%20your%20email%20and%20password%20and%20we%20will%20send%20you%20a%20%26amp%3Bnbsp%3Breset%20link%22%20vertex%3D%221%22%3E%0A%20%20%20%20%20%20%20%20%20%20%3CmxGeometry%20height%3D%2230%22%20width%3D%22180%22%20x%3D%22-350%22%20y%3D%22-1165%22%20as%3D%22geometry%22%20%2F%3E%0A%20%20%20%20%20%20%20%20%3C%2FmxCell%3E%0A%20%20%20%20%20%20%20%20%3CmxCell%20id%3D%22MYq4s_DYS30JiDJfgSZF-30%22%20parent%3D%22Kp_2aeZrO6LcbmKq__Kv-1%22%20style%3D%22rounded%3D0%3BwhiteSpace%3Dwrap%3Bhtml%3D1%3B%22%20value%3D%22Email%20address%22%20vertex%3D%221%22%3E%0A%20%20%20%20%20%20%20%20%20%20%3CmxGeometry%20height%3D%2260%22%20width%3D%22237%22%20x%3D%22-351%22%20y%3D%22-1080%22%20as%3D%22geometry%22%20%2F%3E%0A%20%20%20%20%20%20%20%20%3C%2FmxCell%3E%0A%20%20%20%20%20%20%20%20%3CmxCell%20id%3D%22MYq4s_DYS30JiDJfgSZF-32%22%20parent%3D%22Kp_2aeZrO6LcbmKq__Kv-1%22%20style%3D%22rounded%3D0%3BwhiteSpace%3Dwrap%3Bhtml%3D1%3B%22%20value%3D%22If%20%26amp%3Bnbsp%3Ban%20account%20exists%2C%20a%20rest%20link%20has%20been%20sent%22%20vertex%3D%221%22%3E%0A%20%20%20%20%20%20%20%20%20%20%3CmxGeometry%20height%3D%22100%22%20width%3D%22237%22%20x%3D%22-351%22%20y%3D%22-870%22%20as%3D%22geometry%22%20%2F%3E%0A%20%20%20%20%20%20%20%20%3C%2FmxCell%3E%0A%20%20%20%20%20%20%3C%2Froot%3E%0A%20%20%20%20%3C%2FmxGraphModel%3E%0A%20%20%3C%2Fdiagram%3E%0A%20%20%3Cdiagram%20id%3D%22fSn9DITvs62Q8JlNRAR6%22%20name%3D%22Health%20Link%20Wireframe3%22%3E%0A%20%20%20%20%3CmxGraphModel%20dx%3D%221941%22%20dy%3D%222086%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220%22%20%2F%3E%0A%20%20%20%20%20%20%20%20%3CmxCell%20id%3D%221%22%20parent%3D%220%22%20%2F%3E%0A%20%20%20%20%20%20%20%20%3CmxCell%20id%3D%22ajI-O2AgNIvqGHUrNzap-4%22%20parent%3D%221%22%20style%3D%22rounded%3D0%3BwhiteSpace%3Dwrap%3Bhtml%3D1%3B%22%20value%3D%22%22%20vertex%3D%221%22%3E%0A%20%20%20%20%20%20%20%20%20%20%3CmxGeometry%20height%3D%22530%22%20width%3D%22990%22%20x%3D%22-900%22%20y%3D%22-1160%22%20as%3D%22geometry%22%20%2F%3E%0A%20%20%20%20%20%20%20%20%3C%2FmxCell%3E%0A%20%20%20%20%20%20%20%20%3CmxCell%20id%3D%22ajI-O2AgNIvqGHUrNzap-6%22%20parent%3D%221%22%20style%3D%22rounded%3D0%3BwhiteSpace%3Dwrap%3Bhtml%3D1%3B%22%20value%3D%22%22%20vertex%3D%221%22%3E%0A%20%20%20%20%20%20%20%20%20%20%3CmxGeometry%20height%3D%2230%22%20width%3D%22990%22%20x%3D%22-900%22%20y%3D%22-660%22%20as%3D%22geometry%22%20%2F%3E%0A%20%20%20%20%20%20%20%20%3C%2FmxCell%3E%0A%20%20%20%20%20%20%20%20%3CmxCell%20id%3D%22ajI-O2AgNIvqGHUrNzap-7%22%20parent%3D%221%22%20style%3D%22rounded%3D0%3BwhiteSpace%3Dwrap%3Bhtml%3D1%3Bdirection%3Dsouth%3B%22%20value%3D%22%22%20vertex%3D%221%22%3E%0A%20%20%20%20%20%20%20%20%20%20%3CmxGeometry%20height%3D%22300%22%20width%3D%22200%22%20x%3D%22-860%22%20y%3D%22-1040%22%20as%3D%22geometry%22%20%2F%3E%0A%20%20%20%20%20%20%20%20%3C%2FmxCell%3E%0A%20%20%20%20%20%20%20%20%3CmxCell%20id%3D%22ajI-O2AgNIvqGHUrNzap-8%22%20parent%3D%221%22%20style%3D%22rounded%3D0%3BwhiteSpace%3Dwrap%3Bhtml%3D1%3Bdirection%3Dsouth%3B%22%20value%3D%22%22%20vertex%3D%221%22%3E%0A%20%20%20%20%20%20%20%20%20%20%3CmxGeometry%20height%3D%22300%22%20width%3D%22200%22%20x%3D%22-613%22%20y%3D%22-1040%22%20as%3D%22geometry%22%20%2F%3E%0A%20%20%20%20%20%20%20%20%3C%2FmxCell%3E%0A%20%20%20%20%20%20%20%20%3CmxCell%20id%3D%22ajI-O2AgNIvqGHUrNzap-10%22%20parent%3D%221%22%20style%3D%22rounded%3D0%3BwhiteSpace%3Dwrap%3Bhtml%3D1%3Bdirection%3Dsouth%3B%22%20value%3D%22%22%20vertex%3D%221%22%3E%0A%20%20%20%20%20%20%20%20%20%20%3CmxGeometry%20height%3D%22300%22%20width%3D%22180%22%20x%3D%22-366%22%20y%3D%22-1040%22%20as%3D%22geometry%22%20%2F%3E%0A%20%20%20%20%20%20%20%20%3C%2FmxCell%3E%0A%20%20%20%20%20%20%20%20%3CmxCell%20id%3D%22ajI-O2AgNIvqGHUrNzap-15%22%20parent%3D%221%22%20style%3D%22rounded%3D0%3BwhiteSpace%3Dwrap%3Bhtml%3D1%3Bdirection%3Dsouth%3B%22%20value%3D%22%22%20vertex%3D%221%22%3E%0A%20%20%20%20%20%20%20%20%20%20%3CmxGeometry%20height%3D%22340%22%20width%3D%22210%22%20x%3D%22-140%22%20y%3D%22-1040%22%20as%3D%22geometry%22%20%2F%3E%0A%20%20%20%20%20%20%20%20%3C%2FmxCell%3E%0A%20%20%20%20%20%20%20%20%3CmxCell%20id%3D%22ajI-O2AgNIvqGHUrNzap-19%22%20parent%3D%221%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22120%22%20x%3D%22-860%22%20y%3D%22-1130%22%20as%3D%22geometry%22%20%2F%3E%0A%20%20%20%20%20%20%20%20%3C%2FmxCell%3E%0A%20%20%20%20%20%20%20%20%3CmxCell%20id%3D%22ajI-O2AgNIvqGHUrNzap-20%22%20parent%3D%221%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-560%22%20y%3D%22-1130%22%20as%3D%22geometry%22%20%2F%3E%0A%20%20%20%20%20%20%20%20%3C%2FmxCell%3E%0A%20%20%20%20%20%20%20%20%3CmxCell%20id%3D%22ajI-O2AgNIvqGHUrNzap-21%22%20parent%3D%221%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-448%22%20y%3D%22-1130%22%20as%3D%22geometry%22%20%2F%3E%0A%20%20%20%20%20%20%20%20%3C%2FmxCell%3E%0A%20%20%20%20%20%20%20%20%3CmxCell%20id%3D%22ajI-O2AgNIvqGHUrNzap-22%22%20parent%3D%221%22%20style%3D%22text%3Bhtml%3D1%3BwhiteSpace%3Dwrap%3BstrokeColor%3Dnone%3BfillColor%3Dnone%3Balign%3Dcenter%3BverticalAlign%3Dmiddle%3Brounded%3D0%3B%22%20value%3D%22Pharmacy%22%20vertex%3D%221%22%3E%0A%20%20%20%20%20%20%20%20%20%20%3CmxGeometry%20height%3D%2230%22%20width%3D%2290%22%20x%3D%22-350%22%20y%3D%22-1130%22%20as%3D%22geometry%22%20%2F%3E%0A%20%20%20%20%20%20%20%20%3C%2FmxCell%3E%0A%20%20%20%20%20%20%20%20%3CmxCell%20id%3D%22ajI-O2AgNIvqGHUrNzap-23%22%20parent%3D%221%22%20style%3D%22text%3Bhtml%3D1%3BwhiteSpace%3Dwrap%3BstrokeColor%3Dnone%3BfillColor%3Dnone%3Balign%3Dcenter%3BverticalAlign%3Dmiddle%3Brounded%3D0%3B%22%20value%3D%22Contact%20Us%22%20vertex%3D%221%22%3E%0A%20%20%20%20%20%20%20%20%20%20%3CmxGeometry%20height%3D%2230%22%20width%3D%2290%22%20x%3D%22-240%22%20y%3D%22-1130%22%20as%3D%22geometry%22%20%2F%3E%0A%20%20%20%20%20%20%20%20%3C%2FmxCell%3E%0A%20%20%20%20%20%20%20%20%3CmxCell%20id%3D%22ajI-O2AgNIvqGHUrNzap-24%22%20parent%3D%221%22%20style%3D%22text%3Bhtml%3D1%3BwhiteSpace%3Dwrap%3BstrokeColor%3Dnone%3BfillColor%3Dnone%3Balign%3Dcenter%3BverticalAlign%3Dmiddle%3Brounded%3D0%3B%22%20value%3D%22%26lt%3Bb%26gt%3BSign%20In%26lt%3B%2Fb%26gt%3B%22%20vertex%3D%221%22%3E%0A%20%20%20%20%20%20%20%20%20%20%3CmxGeometry%20height%3D%2230%22%20width%3D%2260%22%20x%3D%22-70%22%20y%3D%22-1130%22%20as%3D%22geometry%22%20%2F%3E%0A%20%20%20%20%20%20%20%20%3C%2FmxCell%3E%0A%20%20%20%20%20%20%20%20%3CmxCell%20id%3D%22ajI-O2AgNIvqGHUrNzap-25%22%20parent%3D%221%22%20style%3D%22text%3Bhtml%3D1%3BwhiteSpace%3Dwrap%3BstrokeColor%3Dnone%3BfillColor%3Dnone%3Balign%3Dcenter%3BverticalAlign%3Dmiddle%3Brounded%3D0%3B%22%20value%3D%22Annotation%22%20vertex%3D%221%22%3E%0A%20%20%20%20%20%20%20%20%20%20%3CmxGeometry%20height%3D%2230%22%20width%3D%2260%22%20x%3D%22-110%22%20y%3D%22-1020%22%20as%3D%22geometry%22%20%2F%3E%0A%20%20%20%20%20%20%20%20%3C%2FmxCell%3E%0A%20%20%20%20%20%20%20%20%3CmxCell%20id%3D%22ajI-O2AgNIvqGHUrNzap-26%22%20parent%3D%221%22%20style%3D%22rounded%3D0%3BwhiteSpace%3Dwrap%3Bhtml%3D1%3BfillColor%3D%23b1ddf0%3BstrokeColor%3D%2310739e%3B%22%20value%3D%22Confirm%20email%22%20vertex%3D%221%22%3E%0A%20%20%20%20%20%20%20%20%20%20%3CmxGeometry%20height%3D%2230%22%20width%3D%22150%22%20x%3D%22-588%22%20y%3D%22-820%22%20as%3D%22geometry%22%20%2F%3E%0A%20%20%20%20%20%20%20%20%3C%2FmxCell%3E%0A%20%20%20%20%20%20%20%20%3CmxCell%20id%3D%22ajI-O2AgNIvqGHUrNzap-27%22%20parent%3D%221%22%20style%3D%22rounded%3D0%3BwhiteSpace%3Dwrap%3Bhtml%3D1%3BfillColor%3D%23b1ddf0%3BstrokeColor%3D%2310739e%3B%22%20value%3D%22Sign%20in%22%20vertex%3D%221%22%3E%0A%20%20%20%20%20%20%20%20%20%20%3CmxGeometry%20height%3D%2230%22%20width%3D%22150%22%20x%3D%22-350%22%20y%3D%22-820%22%20as%3D%22geometry%22%20%2F%3E%0A%20%20%20%20%20%20%20%20%3C%2FmxCell%3E%0A%20%20%20%20%20%20%20%20%3CmxCell%20id%3D%22ajI-O2AgNIvqGHUrNzap-28%22%20parent%3D%221%22%20style%3D%22text%3Bhtml%3D1%3BwhiteSpace%3Dwrap%3BstrokeColor%3Dnone%3BfillColor%3Dnone%3Balign%3Dcenter%3BverticalAlign%3Dmiddle%3Brounded%3D0%3B%22%20value%3D%22%26amp%3Bnbsp%3BVerification%20sent%22%20vertex%3D%221%22%3E%0A%20%20%20%20%20%20%20%20%20%20%3CmxGeometry%20height%3D%2230%22%20width%3D%22120%22%20x%3D%22-830%22%20y%3D%22-1020%22%20as%3D%22geometry%22%20%2F%3E%0A%20%20%20%20%20%20%20%20%3C%2FmxCell%3E%0A%20%20%20%20%20%20%20%20%3CmxCell%20id%3D%22ajI-O2AgNIvqGHUrNzap-29%22%20parent%3D%221%22%20style%3D%22text%3Bhtml%3D1%3BwhiteSpace%3Dwrap%3BstrokeColor%3Dnone%3BfillColor%3Dnone%3Balign%3Dcenter%3BverticalAlign%3Dmiddle%3Brounded%3D0%3B%22%20value%3D%22Verification%20email%22%20vertex%3D%221%22%3E%0A%20%20%20%20%20%20%20%20%20%20%3CmxGeometry%20height%3D%2230%22%20width%3D%22105%22%20x%3D%22-582.5%22%20y%3D%22-1020%22%20as%3D%22geometry%22%20%2F%3E%0A%20%20%20%20%20%20%20%20%3C%2FmxCell%3E%0A%20%20%20%20%20%20%20%20%3CmxCell%20id%3D%22ajI-O2AgNIvqGHUrNzap-30%22%20parent%3D%221%22%20style%3D%22text%3Bhtml%3D1%3BwhiteSpace%3Dwrap%3BstrokeColor%3Dnone%3BfillColor%3Dnone%3Balign%3Dcenter%3BverticalAlign%3Dmiddle%3Brounded%3D0%3B%22%20value%3D%22%26lt%3Bb%26gt%3BAccount%20activated%26lt%3B%2Fb%26gt%3B%22%20vertex%3D%221%22%3E%0A%20%20%20%20%20%20%20%20%20%20%3CmxGeometry%20height%3D%2230%22%20width%3D%22120%22%20x%3D%22-328.5%22%20y%3D%22-1020%22%20as%3D%22geometry%22%20%2F%3E%0A%20%20%20%20%20%20%20%20%3C%2FmxCell%3E%0A%20%20%20%20%20%20%20%20%3CmxCell%20id%3D%22ajI-O2AgNIvqGHUrNzap-31%22%20parent%3D%221%22%20style%3D%22text%3Bhtml%3D1%3BwhiteSpace%3Dwrap%3BstrokeColor%3Dnone%3BfillColor%3Dnone%3Balign%3Dcenter%3BverticalAlign%3Dmiddle%3Brounded%3D0%3B%22%20value%3D%22Check%20your%20email%22%20vertex%3D%221%22%3E%0A%20%20%20%20%20%20%20%20%20%20%3CmxGeometry%20height%3D%2230%22%20width%3D%22105%22%20x%3D%22-827%22%20y%3D%22-960%22%20as%3D%22geometry%22%20%2F%3E%0A%20%20%20%20%20%20%20%20%3C%2FmxCell%3E%0A%20%20%20%20%20%20%20%20%3CmxCell%20id%3D%22ajI-O2AgNIvqGHUrNzap-32%22%20parent%3D%221%22%20style%3D%22text%3Bhtml%3D1%3BwhiteSpace%3Dwrap%3BstrokeColor%3Dnone%3BfillColor%3Dnone%3Balign%3Dcenter%3BverticalAlign%3Dmiddle%3Brounded%3D0%3B%22%20value%3D%22We%20have%20sent%20a%20verification%20link%20to%20your%20email%20address.%20Open%20it%20to%20activate%20your%20account%22%20vertex%3D%221%22%3E%0A%20%20%20%20%20%20%20%20%20%20%3CmxGeometry%20height%3D%2230%22%20width%3D%22150%22%20x%3D%22-845%22%20y%3D%22-905%22%20as%3D%22geometry%22%20%2F%3E%0A%20%20%20%20%20%20%20%20%3C%2FmxCell%3E%0A%20%20%20%20%20%20%20%20%3CmxCell%20id%3D%22ajI-O2AgNIvqGHUrNzap-33%22%20parent%3D%221%22%20style%3D%22text%3Bhtml%3D1%3BwhiteSpace%3Dwrap%3BstrokeColor%3Dnone%3BfillColor%3Dnone%3Balign%3Dcenter%3BverticalAlign%3Dmiddle%3Brounded%3D0%3B%22%20value%3D%22Resend%20email%22%20vertex%3D%221%22%3E%0A%20%20%20%20%20%20%20%20%20%20%3CmxGeometry%20height%3D%2230%22%20width%3D%22105%22%20x%3D%22-852.5%22%20y%3D%22-840%22%20as%3D%22geometry%22%20%2F%3E%0A%20%20%20%20%20%20%20%20%3C%2FmxCell%3E%0A%20%20%20%20%20%20%20%20%3CmxCell%20id%3D%22ajI-O2AgNIvqGHUrNzap-34%22%20parent%3D%221%22%20style%3D%22text%3Bhtml%3D1%3BwhiteSpace%3Dwrap%3BstrokeColor%3Dnone%3BfillColor%3Dnone%3Balign%3Dcenter%3BverticalAlign%3Dmiddle%3Brounded%3D0%3B%22%20value%3D%22Back%20to%20sign%20in%22%20vertex%3D%221%22%3E%0A%20%20%20%20%20%20%20%20%20%20%3CmxGeometry%20height%3D%2230%22%20width%3D%22105%22%20x%3D%22-852.5%22%20y%3D%22-790%22%20as%3D%22geometry%22%20%2F%3E%0A%20%20%20%20%20%20%20%20%3C%2FmxCell%3E%0A%20%20%20%20%20%20%20%20%3CmxCell%20id%3D%22ajI-O2AgNIvqGHUrNzap-35%22%20parent%3D%221%22%20style%3D%22text%3Bhtml%3D1%3BwhiteSpace%3Dwrap%3BstrokeColor%3Dnone%3BfillColor%3Dnone%3Balign%3Dcenter%3BverticalAlign%3Dmiddle%3Brounded%3D0%3B%22%20value%3D%22From%20Health%20Link%20001%26amp%3Bnbsp%3B%26lt%3Bdiv%26gt%3BSubject%20Confirm%20your%20email%26lt%3B%2Fdiv%26gt%3B%22%20vertex%3D%221%22%3E%0A%20%20%20%20%20%20%20%20%20%20%3CmxGeometry%20height%3D%2230%22%20width%3D%22150%22%20x%3D%22-588%22%20y%3D%22-990%22%20as%3D%22geometry%22%20%2F%3E%0A%20%20%20%20%20%20%20%20%3C%2FmxCell%3E%0A%20%20%20%20%20%20%20%20%3CmxCell%20id%3D%22ajI-O2AgNIvqGHUrNzap-36%22%20parent%3D%221%22%20style%3D%22text%3Bhtml%3D1%3BwhiteSpace%3Dwrap%3BstrokeColor%3Dnone%3BfillColor%3Dnone%3Balign%3Dcenter%3BverticalAlign%3Dmiddle%3Brounded%3D0%3B%22%20value%3D%22Please%20confirm%20your%20email%20address%20to%20activate%20your%20account%22%20vertex%3D%221%22%3E%0A%20%20%20%20%20%20%20%20%20%20%3CmxGeometry%20height%3D%2230%22%20width%3D%22172%22%20x%3D%22-599%22%20y%3D%22-890%22%20as%3D%22geometry%22%20%2F%3E%0A%20%20%20%20%20%20%20%20%3C%2FmxCell%3E%0A%20%20%20%20%20%20%20%20%3CmxCell%20id%3D%22ajI-O2AgNIvqGHUrNzap-37%22%20parent%3D%221%22%20style%3D%22text%3Bhtml%3D1%3BwhiteSpace%3Dwrap%3BstrokeColor%3Dnone%3BfillColor%3Dnone%3Balign%3Dcenter%3BverticalAlign%3Dmiddle%3Brounded%3D0%3B%22%20value%3D%22%26lt%3Bb%26gt%3BAccount%20created%20and%20activated%26lt%3B%2Fb%26gt%3B%22%20vertex%3D%221%22%3E%0A%20%20%20%20%20%20%20%20%20%20%3CmxGeometry%20height%3D%2275%22%20width%3D%22127.5%22%20x%3D%22-339.75%22%20y%3D%22-965%22%20as%3D%22geometry%22%20%2F%3E%0A%20%20%20%20%20%20%20%20%3C%2FmxCell%3E%0A%20%20%20%20%20%20%20%20%3CmxCell%20id%3D%22ajI-O2AgNIvqGHUrNzap-39%22%20parent%3D%221%22%20style%3D%22text%3Bhtml%3D1%3BwhiteSpace%3Dwrap%3BstrokeColor%3Dnone%3BfillColor%3Dnone%3Balign%3Dcenter%3BverticalAlign%3Dmiddle%3Brounded%3D0%3B%22%20value%3D%22Your%20email%20has%20been%20confirm.You%20can%20now%20sign%20in%22%20vertex%3D%221%22%3E%0A%20%20%20%20%20%20%20%20%20%20%3CmxGeometry%20height%3D%2230%22%20width%3D%22105%22%20x%3D%22-336%22%20y%3D%22-875%22%20as%3D%22geometry%22%20%2F%3E%0A%20%20%20%20%20%20%20%20%3C%2FmxCell%3E%0A%20%20%20%20%20%20%20%20%3CmxCell%20id%3D%22ajI-O2AgNIvqGHUrNzap-42%22%20parent%3D%221%22%20style%3D%22text%3Bhtml%3D1%3BwhiteSpace%3Dwrap%3BstrokeColor%3Dnone%3BfillColor%3Dnone%3Balign%3Dcenter%3BverticalAlign%3Dmiddle%3Brounded%3D0%3B%22%20value%3D%221%20shown%20after%20the%20customer%20selects%20create%20account.%20The%20account%20is%20not%20active%20yet%26lt%3Bdiv%26gt%3B%26lt%3Bbr%26gt%3B%26lt%3Bdiv%26gt%3B2%20The%20customer%20confirms%20link%20as%20shown%20in%20the%20process%26lt%3Bdiv%26gt%3B%26lt%3Bbr%26gt%3B%26lt%3B%2Fdiv%26gt%3B%26lt%3Bdiv%26gt%3B3%20The%20account%20is%20created%20and%20activated%20only%20after%20confirmation.%20The%20customer%20then%20sign%20in%26lt%3B%2Fdiv%26gt%3B%26lt%3B%2Fdiv%26gt%3B%26lt%3B%2Fdiv%26gt%3B%22%20vertex%3D%221%22%3E%0A%20%20%20%20%20%20%20%20%20%20%3CmxGeometry%20height%3D%2265%22%20width%3D%22200%22%20x%3D%22-135%22%20y%3D%22-950%22%20as%3D%22geometry%22%20%2F%3E%0A%20%20%20%20%20%20%20%20%3C%2FmxCell%3E%0A%20%20%20%20%20%20%20%20%3CmxCell%20id%3D%22ajI-O2AgNIvqGHUrNzap-43%22%20parent%3D%221%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-180%22%20y%3D%22-660%22%20as%3D%22geometry%22%20%2F%3E%0A%20%20%20%20%20%20%20%20%3C%2FmxCell%3E%0A%20%20%20%20%20%20%20%20%3CmxCell%20id%3D%22ajI-O2AgNIvqGHUrNzap-45%22%20parent%3D%221%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-122.5%22%20y%3D%22-660%22%20as%3D%22geometry%22%20%2F%3E%0A%20%20%20%20%20%20%20%20%3C%2FmxCell%3E%0A%20%20%20%20%20%20%20%20%3CmxCell%20id%3D%22ajI-O2AgNIvqGHUrNzap-46%22%20parent%3D%221%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225%22%20y%3D%22-657.5%22%20as%3D%22geometry%22%20%2F%3E%0A%20%20%20%20%20%20%20%20%3C%2FmxCell%3E%0A%20%20%20%20%20%20%20%20%3CmxCell%20id%3D%22ajI-O2AgNIvqGHUrNzap-47%22%20parent%3D%221%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2230%22%20y%3D%22-660%22%20as%3D%22geometry%22%20%2F%3E%0A%20%20%20%20%20%20%20%20%3C%2FmxCell%3E%0A%20%20%20%20%20%20%20%20%3CmxCell%20id%3D%22ajI-O2AgNIvqGHUrNzap-49%22%20parent%3D%221%22%20style%3D%22text%3Bhtml%3D1%3BwhiteSpace%3Dwrap%3BstrokeColor%3Dnone%3BfillColor%3Dnone%3Balign%3Dcenter%3BverticalAlign%3Dmiddle%3Brounded%3D0%3B%22%20value%3D%22WF-02A%20%2F%20Email%20verification%22%20vertex%3D%221%22%3E%0A%20%20%20%20%20%20%20%20%20%20%3CmxGeometry%20height%3D%2257.5%22%20width%3D%22150%22%20x%3D%22-890%22%20y%3D%22-673.75%22%20as%3D%22geometry%22%20%2F%3E%0A%20%20%20%20%20%20%20%20%3C%2FmxCell%3E%0A%20%20%20%20%20%20%20%20%3CmxCell%20id%3D%22ajI-O2AgNIvqGHUrNzap-50%22%20parent%3D%221%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-92.5%22%20y%3D%22-660%22%20as%3D%22geometry%22%20%2F%3E%0A%20%20%20%20%20%20%20%20%3C%2FmxCell%3E%0A%20%20%20%20%20%20%3C%2Froot%3E%0A%20%20%20%20%3C%2FmxGraphModel%3E%0A%20%20%3C%2Fdiagram%3E%0A%20%20%3Cdiagram%20name%3D%22%20Health%20Link%20Wireframe4%22%20id%3D%22Day3hAng1c3b8w12ZREW%22%3E%0A%20%20%20%20%3CmxGraphModel%20dx%3D%222272%22%20dy%3D%222271%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nvpmODbro7YF9u3vgji1-0%22%20%2F%3E%0A%20%20%20%20%20%20%20%20%3CmxCell%20id%3D%22nvpmODbro7YF9u3vgji1-1%22%20parent%3D%22nvpmODbro7YF9u3vgji1-0%22%20%2F%3E%0A%20%20%20%20%20%20%20%20%3CmxCell%20id%3D%22nvpmODbro7YF9u3vgji1-2%22%20parent%3D%22nvpmODbro7YF9u3vgji1-1%22%20style%3D%22rounded%3D0%3BwhiteSpace%3Dwrap%3Bhtml%3D1%3B%22%20value%3D%22%22%20vertex%3D%221%22%3E%0A%20%20%20%20%20%20%20%20%20%20%3CmxGeometry%20height%3D%22530%22%20width%3D%22990%22%20x%3D%22-900%22%20y%3D%22-1160%22%20as%3D%22geometry%22%20%2F%3E%0A%20%20%20%20%20%20%20%20%3C%2FmxCell%3E%0A%20%20%20%20%20%20%20%20%3CmxCell%20id%3D%22nvpmODbro7YF9u3vgji1-3%22%20parent%3D%22nvpmODbro7YF9u3vgji1-1%22%20style%3D%22rounded%3D0%3BwhiteSpace%3Dwrap%3Bhtml%3D1%3B%22%20value%3D%22%22%20vertex%3D%221%22%3E%0A%20%20%20%20%20%20%20%20%20%20%3CmxGeometry%20height%3D%2230%22%20width%3D%22990%22%20x%3D%22-900%22%20y%3D%22-660%22%20as%3D%22geometry%22%20%2F%3E%0A%20%20%20%20%20%20%20%20%3C%2FmxCell%3E%0A%20%20%20%20%20%20%20%20%3CmxCell%20id%3D%22nvpmODbro7YF9u3vgji1-4%22%20parent%3D%22nvpmODbro7YF9u3vgji1-1%22%20style%3D%22rounded%3D0%3BwhiteSpace%3Dwrap%3Bhtml%3D1%3Bdirection%3Dsouth%3B%22%20value%3D%22%22%20vertex%3D%221%22%3E%0A%20%20%20%20%20%20%20%20%20%20%3CmxGeometry%20height%3D%22340%22%20width%3D%22695%22%20x%3D%22-860%22%20y%3D%22-1040%22%20as%3D%22geometry%22%20%2F%3E%0A%20%20%20%20%20%20%20%20%3C%2FmxCell%3E%0A%20%20%20%20%20%20%20%20%3CmxCell%20id%3D%22nvpmODbro7YF9u3vgji1-7%22%20parent%3D%22nvpmODbro7YF9u3vgji1-1%22%20style%3D%22rounded%3D0%3BwhiteSpace%3Dwrap%3Bhtml%3D1%3Bdirection%3Dsouth%3B%22%20value%3D%22%22%20vertex%3D%221%22%3E%0A%20%20%20%20%20%20%20%20%20%20%3CmxGeometry%20height%3D%22340%22%20width%3D%22210%22%20x%3D%22-140%22%20y%3D%22-1040%22%20as%3D%22geometry%22%20%2F%3E%0A%20%20%20%20%20%20%20%20%3C%2FmxCell%3E%0A%20%20%20%20%20%20%20%20%3CmxCell%20id%3D%22nvpmODbro7YF9u3vgji1-8%22%20parent%3D%22nvpmODbro7YF9u3vgji1-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22120%22%20x%3D%22-860%22%20y%3D%22-1130%22%20as%3D%22geometry%22%20%2F%3E%0A%20%20%20%20%20%20%20%20%3C%2FmxCell%3E%0A%20%20%20%20%20%20%20%20%3CmxCell%20id%3D%22nvpmODbro7YF9u3vgji1-9%22%20parent%3D%22nvpmODbro7YF9u3vgji1-1%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-560%22%20y%3D%22-1130%22%20as%3D%22geometry%22%20%2F%3E%0A%20%20%20%20%20%20%20%20%3C%2FmxCell%3E%0A%20%20%20%20%20%20%20%20%3CmxCell%20id%3D%22nvpmODbro7YF9u3vgji1-10%22%20parent%3D%22nvpmODbro7YF9u3vgji1-1%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-448%22%20y%3D%22-1130%22%20as%3D%22geometry%22%20%2F%3E%0A%20%20%20%20%20%20%20%20%3C%2FmxCell%3E%0A%20%20%20%20%20%20%20%20%3CmxCell%20id%3D%22nvpmODbro7YF9u3vgji1-11%22%20parent%3D%22nvpmODbro7YF9u3vgji1-1%22%20style%3D%22text%3Bhtml%3D1%3BwhiteSpace%3Dwrap%3BstrokeColor%3Dnone%3BfillColor%3Dnone%3Balign%3Dcenter%3BverticalAlign%3Dmiddle%3Brounded%3D0%3B%22%20value%3D%22Pharmacy%22%20vertex%3D%221%22%3E%0A%20%20%20%20%20%20%20%20%20%20%3CmxGeometry%20height%3D%2230%22%20width%3D%2290%22%20x%3D%22-350%22%20y%3D%22-1130%22%20as%3D%22geometry%22%20%2F%3E%0A%20%20%20%20%20%20%20%20%3C%2FmxCell%3E%0A%20%20%20%20%20%20%20%20%3CmxCell%20id%3D%22nvpmODbro7YF9u3vgji1-12%22%20parent%3D%22nvpmODbro7YF9u3vgji1-1%22%20style%3D%22text%3Bhtml%3D1%3BwhiteSpace%3Dwrap%3BstrokeColor%3Dnone%3BfillColor%3Dnone%3Balign%3Dcenter%3BverticalAlign%3Dmiddle%3Brounded%3D0%3B%22%20value%3D%22Contact%20Us%22%20vertex%3D%221%22%3E%0A%20%20%20%20%20%20%20%20%20%20%3CmxGeometry%20height%3D%2230%22%20width%3D%2290%22%20x%3D%22-240%22%20y%3D%22-1130%22%20as%3D%22geometry%22%20%2F%3E%0A%20%20%20%20%20%20%20%20%3C%2FmxCell%3E%0A%20%20%20%20%20%20%20%20%3CmxCell%20id%3D%22nvpmODbro7YF9u3vgji1-13%22%20parent%3D%22nvpmODbro7YF9u3vgji1-1%22%20style%3D%22text%3Bhtml%3D1%3BwhiteSpace%3Dwrap%3BstrokeColor%3Dnone%3BfillColor%3Dnone%3Balign%3Dcenter%3BverticalAlign%3Dmiddle%3Brounded%3D0%3B%22%20value%3D%22%26lt%3Bb%26gt%3BMy%20Account%26lt%3B%2Fb%26gt%3B%22%20vertex%3D%221%22%3E%0A%20%20%20%20%20%20%20%20%20%20%3CmxGeometry%20height%3D%2250%22%20width%3D%2290%22%20x%3D%22-80%22%20y%3D%22-1140%22%20as%3D%22geometry%22%20%2F%3E%0A%20%20%20%20%20%20%20%20%3C%2FmxCell%3E%0A%20%20%20%20%20%20%20%20%3CmxCell%20id%3D%22nvpmODbro7YF9u3vgji1-14%22%20parent%3D%22nvpmODbro7YF9u3vgji1-1%22%20style%3D%22text%3Bhtml%3D1%3BwhiteSpace%3Dwrap%3BstrokeColor%3Dnone%3BfillColor%3Dnone%3Balign%3Dcenter%3BverticalAlign%3Dmiddle%3Brounded%3D0%3B%22%20value%3D%22%26lt%3Bb%26gt%3BAnnotations%26lt%3B%2Fb%26gt%3B%22%20vertex%3D%221%22%3E%0A%20%20%20%20%20%20%20%20%20%20%3CmxGeometry%20height%3D%2230%22%20width%3D%2260%22%20x%3D%22-110%22%20y%3D%22-1020%22%20as%3D%22geometry%22%20%2F%3E%0A%20%20%20%20%20%20%20%20%3C%2FmxCell%3E%0A%20%20%20%20%20%20%20%20%3CmxCell%20id%3D%22nvpmODbro7YF9u3vgji1-28%22%20parent%3D%22nvpmODbro7YF9u3vgji1-1%22%20style%3D%22text%3Bhtml%3D1%3BwhiteSpace%3Dwrap%3BstrokeColor%3Dnone%3BfillColor%3Dnone%3Balign%3Dcenter%3BverticalAlign%3Dmiddle%3Brounded%3D0%3B%22%20value%3D%221%20Reached%20after%20a%20successful%20sign%20in.%20The%20dashboard%20comes%20from%20the%20customer%20Account%20Process%20Map%26lt%3Bdiv%26gt%3B%26lt%3Bbr%26gt%3B%26lt%3Bdiv%26gt%3B2%20Open%20My%20profile\(WF-03\)%26lt%3B%2Fdiv%26gt%3B%26lt%3Bdiv%26gt%3B%26lt%3Bbr%26gt%3B%26lt%3B%2Fdiv%26gt%3B%26lt%3Bdiv%26gt%3B3%20Opens%20My%20orders%26lt%3B%2Fdiv%26gt%3B%26lt%3Bdiv%26gt%3B%26lt%3Bbr%26gt%3B%26lt%3B%2Fdiv%26gt%3B%26lt%3Bdiv%26gt%3B4%20Sign%20out%20ends%20%26amp%3Bnbsp%3Bthe%20session%20and%20return%20to%20the%20Home%20page%26lt%3B%2Fdiv%26gt%3B%26lt%3B%2Fdiv%26gt%3B%22%20vertex%3D%221%22%3E%0A%20%20%20%20%20%20%20%20%20%20%3CmxGeometry%20height%3D%2265%22%20width%3D%22200%22%20x%3D%22-135%22%20y%3D%22-950%22%20as%3D%22geometry%22%20%2F%3E%0A%20%20%20%20%20%20%20%20%3C%2FmxCell%3E%0A%20%20%20%20%20%20%20%20%3CmxCell%20id%3D%22nvpmODbro7YF9u3vgji1-29%22%20parent%3D%22nvpmODbro7YF9u3vgji1-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-180%22%20y%3D%22-660%22%20as%3D%22geometry%22%20%2F%3E%0A%20%20%20%20%20%20%20%20%3C%2FmxCell%3E%0A%20%20%20%20%20%20%20%20%3CmxCell%20id%3D%22nvpmODbro7YF9u3vgji1-30%22%20parent%3D%22nvpmODbro7YF9u3vgji1-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-122.5%22%20y%3D%22-660%22%20as%3D%22geometry%22%20%2F%3E%0A%20%20%20%20%20%20%20%20%3C%2FmxCell%3E%0A%20%20%20%20%20%20%20%20%3CmxCell%20id%3D%22nvpmODbro7YF9u3vgji1-31%22%20parent%3D%22nvpmODbro7YF9u3vgji1-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225%22%20y%3D%22-657.5%22%20as%3D%22geometry%22%20%2F%3E%0A%20%20%20%20%20%20%20%20%3C%2FmxCell%3E%0A%20%20%20%20%20%20%20%20%3CmxCell%20id%3D%22nvpmODbro7YF9u3vgji1-32%22%20parent%3D%22nvpmODbro7YF9u3vgji1-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2230%22%20y%3D%22-660%22%20as%3D%22geometry%22%20%2F%3E%0A%20%20%20%20%20%20%20%20%3C%2FmxCell%3E%0A%20%20%20%20%20%20%20%20%3CmxCell%20id%3D%22nvpmODbro7YF9u3vgji1-33%22%20parent%3D%22nvpmODbro7YF9u3vgji1-1%22%20style%3D%22text%3Bhtml%3D1%3BwhiteSpace%3Dwrap%3BstrokeColor%3Dnone%3BfillColor%3Dnone%3Balign%3Dcenter%3BverticalAlign%3Dmiddle%3Brounded%3D0%3B%22%20value%3D%22WF-02AB%2F%20Account%20dashboard%22%20vertex%3D%221%22%3E%0A%20%20%20%20%20%20%20%20%20%20%3CmxGeometry%20height%3D%2257.5%22%20width%3D%22172%22%20x%3D%22-882%22%20y%3D%22-673.75%22%20as%3D%22geometry%22%20%2F%3E%0A%20%20%20%20%20%20%20%20%3C%2FmxCell%3E%0A%20%20%20%20%20%20%20%20%3CmxCell%20id%3D%22nvpmODbro7YF9u3vgji1-34%22%20parent%3D%22nvpmODbro7YF9u3vgji1-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-92.5%22%20y%3D%22-660%22%20as%3D%22geometry%22%20%2F%3E%0A%20%20%20%20%20%20%20%20%3C%2FmxCell%3E%0A%20%20%20%20%20%20%20%20%3CmxCell%20id%3D%22jqBD7yDXWLstXyBeyU5--0%22%20parent%3D%22nvpmODbro7YF9u3vgji1-1%22%20style%3D%22rounded%3D0%3BwhiteSpace%3Dwrap%3Bhtml%3D1%3BfillColor%3D%23b1ddf0%3BstrokeColor%3Dnone%3B%22%20value%3D%22sign%20out%22%20vertex%3D%221%22%3E%0A%20%20%20%20%20%20%20%20%20%20%3CmxGeometry%20height%3D%2230%22%20width%3D%22120%22%20x%3D%22-820%22%20y%3D%22-760%22%20as%3D%22geometry%22%20%2F%3E%0A%20%20%20%20%20%20%20%20%3C%2FmxCell%3E%0A%20%20%20%20%20%20%20%20%3CmxCell%20id%3D%22jqBD7yDXWLstXyBeyU5--2%22%20parent%3D%22nvpmODbro7YF9u3vgji1-1%22%20style%3D%22rounded%3D0%3BwhiteSpace%3Dwrap%3Bhtml%3D1%3B%22%20value%3D%22%22%20vertex%3D%221%22%3E%0A%20%20%20%20%20%20%20%20%20%20%3CmxGeometry%20height%3D%22180%22%20width%3D%22300%22%20x%3D%22-490%22%20y%3D%22-960%22%20as%3D%22geometry%22%20%2F%3E%0A%20%20%20%20%20%20%20%20%3C%2FmxCell%3E%0A%20%20%20%20%20%20%20%20%3CmxCell%20id%3D%22jqBD7yDXWLstXyBeyU5--3%22%20parent%3D%22nvpmODbro7YF9u3vgji1-1%22%20style%3D%22rounded%3D0%3BwhiteSpace%3Dwrap%3Bhtml%3D1%3B%22%20value%3D%22%22%20vertex%3D%221%22%3E%0A%20%20%20%20%20%20%20%20%20%20%3CmxGeometry%20height%3D%22180%22%20width%3D%22300%22%20x%3D%22-820%22%20y%3D%22-960%22%20as%3D%22geometry%22%20%2F%3E%0A%20%20%20%20%20%20%20%20%3C%2FmxCell%3E%0A%20%20%20%20%20%20%20%20%3CmxCell%20id%3D%22jqBD7yDXWLstXyBeyU5--4%22%20parent%3D%22nvpmODbro7YF9u3vgji1-1%22%20style%3D%22text%3Bhtml%3D1%3BwhiteSpace%3Dwrap%3BstrokeColor%3Dnone%3BfillColor%3Dnone%3Balign%3Dcenter%3BverticalAlign%3Dmiddle%3Brounded%3D0%3B%22%20value%3D%22%26lt%3Bb%26gt%3BMy%20account%26lt%3B%2Fb%26gt%3B%22%20vertex%3D%221%22%3E%0A%20%20%20%20%20%20%20%20%20%20%3CmxGeometry%20height%3D%2230%22%20width%3D%22130%22%20x%3D%22-860%22%20y%3D%22-1030%22%20as%3D%22geometry%22%20%2F%3E%0A%20%20%20%20%20%20%20%20%3C%2FmxCell%3E%0A%20%20%20%20%20%20%20%20%3CmxCell%20id%3D%22jqBD7yDXWLstXyBeyU5--5%22%20parent%3D%22nvpmODbro7YF9u3vgji1-1%22%20style%3D%22text%3Bhtml%3D1%3BwhiteSpace%3Dwrap%3BstrokeColor%3Dnone%3BfillColor%3Dnone%3Balign%3Dcenter%3BverticalAlign%3Dmiddle%3Brounded%3D0%3B%22%20value%3D%22Welcome%2C%20%5Bfirst%20name%5D%22%20vertex%3D%221%22%3E%0A%20%20%20%20%20%20%20%20%20%20%3CmxGeometry%20height%3D%2230%22%20width%3D%22140%22%20x%3D%22-840%22%20y%3D%22-1000%22%20as%3D%22geometry%22%20%2F%3E%0A%20%20%20%20%20%20%20%20%3C%2FmxCell%3E%0A%20%20%20%20%20%20%20%20%3CmxCell%20id%3D%22jqBD7yDXWLstXyBeyU5--6%22%20parent%3D%22nvpmODbro7YF9u3vgji1-1%22%20style%3D%22text%3Bhtml%3D1%3BwhiteSpace%3Dwrap%3BstrokeColor%3Dnone%3BfillColor%3Dnone%3Balign%3Dcenter%3BverticalAlign%3Dmiddle%3Brounded%3D0%3B%22%20value%3D%22%26lt%3Bb%26gt%3BMy%20profile%26lt%3B%2Fb%26gt%3B%22%20vertex%3D%221%22%3E%0A%20%20%20%20%20%20%20%20%20%20%3CmxGeometry%20height%3D%2230%22%20width%3D%2260%22%20x%3D%22-810%22%20y%3D%22-950%22%20as%3D%22geometry%22%20%2F%3E%0A%20%20%20%20%20%20%20%20%3C%2FmxCell%3E%0A%20%20%20%20%20%20%20%20%3CmxCell%20id%3D%22jqBD7yDXWLstXyBeyU5--7%22%20parent%3D%22nvpmODbro7YF9u3vgji1-1%22%20style%3D%22text%3Bhtml%3D1%3BwhiteSpace%3Dwrap%3BstrokeColor%3Dnone%3BfillColor%3Dnone%3Balign%3Dcenter%3BverticalAlign%3Dmiddle%3Brounded%3D0%3B%22%20value%3D%22%26lt%3Bb%26gt%3BMy%20orders%26lt%3B%2Fb%26gt%3B%22%20vertex%3D%221%22%3E%0A%20%20%20%20%20%20%20%20%20%20%3CmxGeometry%20height%3D%2230%22%20width%3D%2260%22%20x%3D%22-480%22%20y%3D%22-950%22%20as%3D%22geometry%22%20%2F%3E%0A%20%20%20%20%20%20%20%20%3C%2FmxCell%3E%0A%20%20%20%20%20%20%20%20%3CmxCell%20id%3D%22jqBD7yDXWLstXyBeyU5--8%22%20parent%3D%22nvpmODbro7YF9u3vgji1-1%22%20style%3D%22text%3Bhtml%3D1%3BwhiteSpace%3Dwrap%3BstrokeColor%3Dnone%3BfillColor%3Dnone%3Balign%3Dcenter%3BverticalAlign%3Dmiddle%3Brounded%3D0%3B%22%20value%3D%22View%20and%20update%20your%20personal%20details%22%20vertex%3D%221%22%3E%0A%20%20%20%20%20%20%20%20%20%20%3CmxGeometry%20height%3D%2230%22%20width%3D%22230%22%20x%3D%22-800%22%20y%3D%22-880%22%20as%3D%22geometry%22%20%2F%3E%0A%20%20%20%20%20%20%20%20%3C%2FmxCell%3E%0A%20%20%20%20%20%20%20%20%3CmxCell%20id%3D%22jqBD7yDXWLstXyBeyU5--9%22%20parent%3D%22nvpmODbro7YF9u3vgji1-1%22%20style%3D%22text%3Bhtml%3D1%3BwhiteSpace%3Dwrap%3BstrokeColor%3Dnone%3BfillColor%3Dnone%3Balign%3Dcenter%3BverticalAlign%3Dmiddle%3Brounded%3D0%3B%22%20value%3D%22Track%20your%20pharmacy%20orders%22%20vertex%3D%221%22%3E%0A%20%20%20%20%20%20%20%20%20%20%3CmxGeometry%20height%3D%2230%22%20width%3D%22190%22%20x%3D%22-460%22%20y%3D%22-885%22%20as%3D%22geometry%22%20%2F%3E%0A%20%20%20%20%20%20%20%20%3C%2FmxCell%3E%0A%20%20%20%20%20%20%20%20%3CmxCell%20id%3D%22jqBD7yDXWLstXyBeyU5--10%22%20parent%3D%22nvpmODbro7YF9u3vgji1-1%22%20style%3D%22text%3Bhtml%3D1%3BwhiteSpace%3Dwrap%3BstrokeColor%3Dnone%3BfillColor%3Dnone%3Balign%3Dcenter%3BverticalAlign%3Dmiddle%3Brounded%3D0%3B%22%20value%3D%22Open%26lt%3Bfont%20size%3D%26quot%3B1%26quot%3B%26gt%3B%26amp%3Bnbsp%3B%26amp%3Bgt%3B%26amp%3Bgt%3B%26lt%3B%2Ffont%26gt%3B%22%20vertex%3D%221%22%3E%0A%20%20%20%20%20%20%20%20%20%20%3CmxGeometry%20height%3D%2230%22%20width%3D%2260%22%20x%3D%22-800%22%20y%3D%22-820%22%20as%3D%22geometry%22%20%2F%3E%0A%20%20%20%20%20%20%20%20%3C%2FmxCell%3E%0A%20%20%20%20%20%20%20%20%3CmxCell%20id%3D%22jqBD7yDXWLstXyBeyU5--11%22%20parent%3D%22nvpmODbro7YF9u3vgji1-1%22%20style%3D%22text%3Bhtml%3D1%3BwhiteSpace%3Dwrap%3BstrokeColor%3Dnone%3BfillColor%3Dnone%3Balign%3Dcenter%3BverticalAlign%3Dmiddle%3Brounded%3D0%3B%22%20value%3D%22Open%20%26amp%3Bgt%3B%26amp%3Bgt%3B%22%20vertex%3D%221%22%3E%0A%20%20%20%20%20%20%20%20%20%20%3CmxGeometry%20height%3D%2230%22%20width%3D%2260%22%20x%3D%22-473%22%20y%3D%22-820%22%20as%3D%22geometry%22%20%2F%3E%0A%20%20%20%20%20%20%20%20%3C%2FmxCell%3E%0A%20%20%20%20%20%20%3C%2Froot%3E%0A%20%20%20%20%3C%2FmxGraphModel%3E%0A%20%20%3C%2Fdiagram%3E%0A%20%20%3Cdiagram%20name%3D%22%20%20Health%20Link%20Wireframe5%22%20id%3D%22FCAecIiwDQI8MfwqRkcy%22%3E%0A%20%20%20%20%3CmxGraphModel%20dx%3D%222198%22%20dy%3D%222230%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JvsaL_Y0VghN2dCY6P0w-0%22%20%2F%3E%0A%20%20%20%20%20%20%20%20%3CmxCell%20id%3D%22JvsaL_Y0VghN2dCY6P0w-1%22%20parent%3D%22JvsaL_Y0VghN2dCY6P0w-0%22%20%2F%3E%0A%20%20%20%20%20%20%20%20%3CmxCell%20id%3D%22JvsaL_Y0VghN2dCY6P0w-2%22%20parent%3D%22JvsaL_Y0VghN2dCY6P0w-1%22%20style%3D%22rounded%3D0%3BwhiteSpace%3Dwrap%3Bhtml%3D1%3B%22%20value%3D%22%22%20vertex%3D%221%22%3E%0A%20%20%20%20%20%20%20%20%20%20%3CmxGeometry%20height%3D%22730%22%20width%3D%22990%22%20x%3D%22-900%22%20y%3D%22-1360%22%20as%3D%22geometry%22%20%2F%3E%0A%20%20%20%20%20%20%20%20%3C%2FmxCell%3E%0A%20%20%20%20%20%20%20%20%3CmxCell%20id%3D%22JvsaL_Y0VghN2dCY6P0w-3%22%20parent%3D%22JvsaL_Y0VghN2dCY6P0w-1%22%20style%3D%22rounded%3D0%3BwhiteSpace%3Dwrap%3Bhtml%3D1%3B%22%20value%3D%22%22%20vertex%3D%221%22%3E%0A%20%20%20%20%20%20%20%20%20%20%3CmxGeometry%20height%3D%2230%22%20width%3D%22990%22%20x%3D%22-900%22%20y%3D%22-660%22%20as%3D%22geometry%22%20%2F%3E%0A%20%20%20%20%20%20%20%20%3C%2FmxCell%3E%0A%20%20%20%20%20%20%20%20%3CmxCell%20id%3D%22JvsaL_Y0VghN2dCY6P0w-5%22%20parent%3D%22JvsaL_Y0VghN2dCY6P0w-1%22%20style%3D%22rounded%3D0%3BwhiteSpace%3Dwrap%3Bhtml%3D1%3Bdirection%3Dsouth%3B%22%20value%3D%22%22%20vertex%3D%221%22%3E%0A%20%20%20%20%20%20%20%20%20%20%3CmxGeometry%20height%3D%22510%22%20width%3D%22210%22%20x%3D%22-140%22%20y%3D%22-1210%22%20as%3D%22geometry%22%20%2F%3E%0A%20%20%20%20%20%20%20%20%3C%2FmxCell%3E%0A%20%20%20%20%20%20%20%20%3CmxCell%20id%3D%22JvsaL_Y0VghN2dCY6P0w-6%22%20parent%3D%22JvsaL_Y0VghN2dCY6P0w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22120%22%20x%3D%22-890%22%20y%3D%22-1340%22%20as%3D%22geometry%22%20%2F%3E%0A%20%20%20%20%20%20%20%20%3C%2FmxCell%3E%0A%20%20%20%20%20%20%20%20%3CmxCell%20id%3D%22JvsaL_Y0VghN2dCY6P0w-7%22%20parent%3D%22JvsaL_Y0VghN2dCY6P0w-1%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-620%22%20y%3D%22-1340%22%20as%3D%22geometry%22%20%2F%3E%0A%20%20%20%20%20%20%20%20%3C%2FmxCell%3E%0A%20%20%20%20%20%20%20%20%3CmxCell%20id%3D%22JvsaL_Y0VghN2dCY6P0w-8%22%20parent%3D%22JvsaL_Y0VghN2dCY6P0w-1%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-483%22%20y%3D%22-1340%22%20as%3D%22geometry%22%20%2F%3E%0A%20%20%20%20%20%20%20%20%3C%2FmxCell%3E%0A%20%20%20%20%20%20%20%20%3CmxCell%20id%3D%22JvsaL_Y0VghN2dCY6P0w-9%22%20parent%3D%22JvsaL_Y0VghN2dCY6P0w-1%22%20style%3D%22text%3Bhtml%3D1%3BwhiteSpace%3Dwrap%3BstrokeColor%3Dnone%3BfillColor%3Dnone%3Balign%3Dcenter%3BverticalAlign%3Dmiddle%3Brounded%3D0%3B%22%20value%3D%22Pharmacy%22%20vertex%3D%221%22%3E%0A%20%20%20%20%20%20%20%20%20%20%3CmxGeometry%20height%3D%2230%22%20width%3D%2290%22%20x%3D%22-360%22%20y%3D%22-1340%22%20as%3D%22geometry%22%20%2F%3E%0A%20%20%20%20%20%20%20%20%3C%2FmxCell%3E%0A%20%20%20%20%20%20%20%20%3CmxCell%20id%3D%22JvsaL_Y0VghN2dCY6P0w-10%22%20parent%3D%22JvsaL_Y0VghN2dCY6P0w-1%22%20style%3D%22text%3Bhtml%3D1%3BwhiteSpace%3Dwrap%3BstrokeColor%3Dnone%3BfillColor%3Dnone%3Balign%3Dcenter%3BverticalAlign%3Dmiddle%3Brounded%3D0%3B%22%20value%3D%22Contact%20Us%22%20vertex%3D%221%22%3E%0A%20%20%20%20%20%20%20%20%20%20%3CmxGeometry%20height%3D%2230%22%20width%3D%2290%22%20x%3D%22-240%22%20y%3D%22-1340%22%20as%3D%22geometry%22%20%2F%3E%0A%20%20%20%20%20%20%20%20%3C%2FmxCell%3E%0A%20%20%20%20%20%20%20%20%3CmxCell%20id%3D%22JvsaL_Y0VghN2dCY6P0w-11%22%20parent%3D%22JvsaL_Y0VghN2dCY6P0w-1%22%20style%3D%22text%3Bhtml%3D1%3BwhiteSpace%3Dwrap%3BstrokeColor%3Dnone%3BfillColor%3Dnone%3Balign%3Dcenter%3BverticalAlign%3Dmiddle%3Brounded%3D0%3B%22%20value%3D%22%26lt%3Bb%26gt%3BMy%20Account%26lt%3B%2Fb%26gt%3B%22%20vertex%3D%221%22%3E%0A%20%20%20%20%20%20%20%20%20%20%3CmxGeometry%20height%3D%2250%22%20width%3D%2290%22%20x%3D%22-77.5%22%20y%3D%22-1350%22%20as%3D%22geometry%22%20%2F%3E%0A%20%20%20%20%20%20%20%20%3C%2FmxCell%3E%0A%20%20%20%20%20%20%20%20%3CmxCell%20id%3D%22JvsaL_Y0VghN2dCY6P0w-12%22%20parent%3D%22JvsaL_Y0VghN2dCY6P0w-1%22%20style%3D%22text%3Bhtml%3D1%3BwhiteSpace%3Dwrap%3BstrokeColor%3Dnone%3BfillColor%3Dnone%3Balign%3Dcenter%3BverticalAlign%3Dmiddle%3Brounded%3D0%3B%22%20value%3D%22%26lt%3Bb%26gt%3BAnnotations%26lt%3B%2Fb%26gt%3B%22%20vertex%3D%221%22%3E%0A%20%20%20%20%20%20%20%20%20%20%3CmxGeometry%20height%3D%2230%22%20width%3D%2260%22%20x%3D%22-100%22%20y%3D%22-1190%22%20as%3D%22geometry%22%20%2F%3E%0A%20%20%20%20%20%20%20%20%3C%2FmxCell%3E%0A%20%20%20%20%20%20%20%20%3CmxCell%20id%3D%22JvsaL_Y0VghN2dCY6P0w-13%22%20parent%3D%22JvsaL_Y0VghN2dCY6P0w-1%22%20style%3D%22text%3Bhtml%3D1%3BwhiteSpace%3Dwrap%3BstrokeColor%3Dnone%3BfillColor%3Dnone%3Balign%3Dcenter%3BverticalAlign%3Dmiddle%3Brounded%3D0%3B%22%20value%3D%221%20Side%20menu%20%3A%20Profile%2C%20Security%20and%20Sign%20out%26lt%3Bdiv%26gt%3B%26lt%3Bbr%26gt%3B%26lt%3B%2Fdiv%26gt%3B%26lt%3Bdiv%26gt%3B%26lt%3Bbr%26gt%3B%26lt%3B%2Fdiv%26gt%3B%26lt%3Bdiv%26gt%3B%26lt%3Bbr%26gt%3B%26lt%3B%2Fdiv%26gt%3B%26lt%3Bdiv%26gt%3B%26lt%3Bbr%26gt%3B%26lt%3Bdiv%26gt%3B2%20Success%20banner%20after%20saving%26amp%3Bnbsp%3B%26lt%3B%2Fdiv%26gt%3B%26lt%3Bdiv%26gt%3B%26lt%3Bbr%26gt%3B%26lt%3B%2Fdiv%26gt%3B%26lt%3Bdiv%26gt%3B%26lt%3Bbr%26gt%3B%26lt%3B%2Fdiv%26gt%3B%26lt%3Bdiv%26gt%3B3%20Customer%20can%20update%20permitted%20personal%20information%20only%26amp%3Bnbsp%3B%26lt%3B%2Fdiv%26gt%3B%26lt%3Bdiv%26gt%3B%26lt%3Bbr%26gt%3B%26lt%3B%2Fdiv%26gt%3B%26lt%3Bdiv%26gt%3B%26lt%3Bbr%26gt%3B%26lt%3B%2Fdiv%26gt%3B%26lt%3Bdiv%26gt%3B4%20Editable%20fields%20are%20the%20permitted%20ones%26lt%3B%2Fdiv%26gt%3B%26lt%3Bdiv%26gt%3B%26lt%3Bbr%26gt%3B%26lt%3B%2Fdiv%26gt%3B%26lt%3Bdiv%26gt%3B%26lt%3Bbr%26gt%3B%26lt%3B%2Fdiv%26gt%3B%26lt%3Bdiv%26gt%3B5%20Unsaved%20changes%20prompt%20a%20warning%20if%20the%20user%20leaves%20the%20page%26lt%3B%2Fdiv%26gt%3B%26lt%3B%2Fdiv%26gt%3B%22%20vertex%3D%221%22%3E%0A%20%20%20%20%20%20%20%20%20%20%3CmxGeometry%20height%3D%2265%22%20width%3D%22200%22%20x%3D%22-132.5%22%20y%3D%22-1010%22%20as%3D%22geometry%22%20%2F%3E%0A%20%20%20%20%20%20%20%20%3C%2FmxCell%3E%0A%20%20%20%20%20%20%20%20%3CmxCell%20id%3D%22JvsaL_Y0VghN2dCY6P0w-14%22%20parent%3D%22JvsaL_Y0VghN2dCY6P0w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-180%22%20y%3D%22-660%22%20as%3D%22geometry%22%20%2F%3E%0A%20%20%20%20%20%20%20%20%3C%2FmxCell%3E%0A%20%20%20%20%20%20%20%20%3CmxCell%20id%3D%22JvsaL_Y0VghN2dCY6P0w-15%22%20parent%3D%22JvsaL_Y0VghN2dCY6P0w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-122.5%22%20y%3D%22-660%22%20as%3D%22geometry%22%20%2F%3E%0A%20%20%20%20%20%20%20%20%3C%2FmxCell%3E%0A%20%20%20%20%20%20%20%20%3CmxCell%20id%3D%22JvsaL_Y0VghN2dCY6P0w-16%22%20parent%3D%22JvsaL_Y0VghN2dCY6P0w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225%22%20y%3D%22-657.5%22%20as%3D%22geometry%22%20%2F%3E%0A%20%20%20%20%20%20%20%20%3C%2FmxCell%3E%0A%20%20%20%20%20%20%20%20%3CmxCell%20id%3D%22JvsaL_Y0VghN2dCY6P0w-17%22%20parent%3D%22JvsaL_Y0VghN2dCY6P0w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2230%22%20y%3D%22-660%22%20as%3D%22geometry%22%20%2F%3E%0A%20%20%20%20%20%20%20%20%3C%2FmxCell%3E%0A%20%20%20%20%20%20%20%20%3CmxCell%20id%3D%22JvsaL_Y0VghN2dCY6P0w-19%22%20parent%3D%22JvsaL_Y0VghN2dCY6P0w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-92.5%22%20y%3D%22-660%22%20as%3D%22geometry%22%20%2F%3E%0A%20%20%20%20%20%20%20%20%3C%2FmxCell%3E%0A%20%20%20%20%20%20%20%20%3CmxCell%20id%3D%22JvsaL_Y0VghN2dCY6P0w-22%22%20parent%3D%22JvsaL_Y0VghN2dCY6P0w-1%22%20style%3D%22rounded%3D0%3BwhiteSpace%3Dwrap%3Bhtml%3D1%3B%22%20value%3D%22%22%20vertex%3D%221%22%3E%0A%20%20%20%20%20%20%20%20%20%20%3CmxGeometry%20height%3D%22520%22%20width%3D%22173%22%20x%3D%22-880%22%20y%3D%22-1210%22%20as%3D%22geometry%22%20%2F%3E%0A%20%20%20%20%20%20%20%20%3C%2FmxCell%3E%0A%20%20%20%20%20%20%20%20%3CmxCell%20id%3D%22C8ObDLch8E6jB_fL7SUV-0%22%20parent%3D%22JvsaL_Y0VghN2dCY6P0w-1%22%20style%3D%22text%3Bhtml%3D1%3BwhiteSpace%3Dwrap%3BstrokeColor%3Dnone%3BfillColor%3Dnone%3Balign%3Dcenter%3BverticalAlign%3Dmiddle%3Brounded%3D0%3B%22%20value%3D%22WF-03%20%2F%20My%20profile%22%20vertex%3D%221%22%3E%0A%20%20%20%20%20%20%20%20%20%20%3CmxGeometry%20height%3D%2230%22%20width%3D%22140%22%20x%3D%22-890%22%20y%3D%22-662.5%22%20as%3D%22geometry%22%20%2F%3E%0A%20%20%20%20%20%20%20%20%3C%2FmxCell%3E%0A%20%20%20%20%20%20%20%20%3CmxCell%20id%3D%22C8ObDLch8E6jB_fL7SUV-3%22%20edge%3D%221%22%20parent%3D%22JvsaL_Y0VghN2dCY6P0w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-470%22%20y%3D%22-780%22%20as%3D%22sourcePoint%22%20%2F%3E%0A%20%20%20%20%20%20%20%20%20%20%20%20%3CmxPoint%20x%3D%22-470%22%20y%3D%22-780%22%20as%3D%22targetPoint%22%20%2F%3E%0A%20%20%20%20%20%20%20%20%20%20%3C%2FmxGeometry%3E%0A%20%20%20%20%20%20%20%20%3C%2FmxCell%3E%0A%20%20%20%20%20%20%20%20%3CmxCell%20id%3D%22C8ObDLch8E6jB_fL7SUV-4%22%20parent%3D%22JvsaL_Y0VghN2dCY6P0w-1%22%20style%3D%22rounded%3D0%3BwhiteSpace%3Dwrap%3Bhtml%3D1%3B%22%20value%3D%22Success%20your%20email%20have%20been%20updated%22%20vertex%3D%221%22%3E%0A%20%20%20%20%20%20%20%20%20%20%3CmxGeometry%20height%3D%2260%22%20width%3D%22485%22%20x%3D%22-675%22%20y%3D%22-1210%22%20as%3D%22geometry%22%20%2F%3E%0A%20%20%20%20%20%20%20%20%3C%2FmxCell%3E%0A%20%20%20%20%20%20%20%20%3CmxCell%20id%3D%22C8ObDLch8E6jB_fL7SUV-6%22%20parent%3D%22JvsaL_Y0VghN2dCY6P0w-1%22%20style%3D%22rounded%3D0%3BwhiteSpace%3Dwrap%3Bhtml%3D1%3B%22%20value%3D%22%22%20vertex%3D%221%22%3E%0A%20%20%20%20%20%20%20%20%20%20%3CmxGeometry%20height%3D%2260%22%20width%3D%22475%22%20x%3D%22-675%22%20y%3D%22-802%22%20as%3D%22geometry%22%20%2F%3E%0A%20%20%20%20%20%20%20%20%3C%2FmxCell%3E%0A%20%20%20%20%20%20%20%20%3CmxCell%20id%3D%22C8ObDLch8E6jB_fL7SUV-7%22%20parent%3D%22JvsaL_Y0VghN2dCY6P0w-1%22%20style%3D%22rounded%3D0%3BwhiteSpace%3Dwrap%3Bhtml%3D1%3B%22%20value%3D%22Phone%20number%22%20vertex%3D%221%22%3E%0A%20%20%20%20%20%20%20%20%20%20%3CmxGeometry%20height%3D%2260%22%20width%3D%22200%22%20x%3D%22-675%22%20y%3D%22-901%22%20as%3D%22geometry%22%20%2F%3E%0A%20%20%20%20%20%20%20%20%3C%2FmxCell%3E%0A%20%20%20%20%20%20%20%20%3CmxCell%20id%3D%22C8ObDLch8E6jB_fL7SUV-8%22%20parent%3D%22JvsaL_Y0VghN2dCY6P0w-1%22%20style%3D%22rounded%3D0%3BwhiteSpace%3Dwrap%3Bhtml%3D1%3B%22%20value%3D%22Postcode%22%20vertex%3D%221%22%3E%0A%20%20%20%20%20%20%20%20%20%20%3CmxGeometry%20height%3D%2260%22%20width%3D%22200%22%20x%3D%22-390%22%20y%3D%22-901%22%20as%3D%22geometry%22%20%2F%3E%0A%20%20%20%20%20%20%20%20%3C%2FmxCell%3E%0A%20%20%20%20%20%20%20%20%3CmxCell%20id%3D%22C8ObDLch8E6jB_fL7SUV-10%22%20parent%3D%22JvsaL_Y0VghN2dCY6P0w-1%22%20style%3D%22rounded%3D0%3BwhiteSpace%3Dwrap%3Bhtml%3D1%3B%22%20value%3D%22First%20name%22%20vertex%3D%221%22%3E%0A%20%20%20%20%20%20%20%20%20%20%3CmxGeometry%20height%3D%2260%22%20width%3D%22210%22%20x%3D%22-675%22%20y%3D%22-1110%22%20as%3D%22geometry%22%20%2F%3E%0A%20%20%20%20%20%20%20%20%3C%2FmxCell%3E%0A%20%20%20%20%20%20%20%20%3CmxCell%20id%3D%22C8ObDLch8E6jB_fL7SUV-12%22%20parent%3D%22JvsaL_Y0VghN2dCY6P0w-1%22%20style%3D%22rounded%3D0%3BwhiteSpace%3Dwrap%3Bhtml%3D1%3B%22%20value%3D%22Last%20name%22%20vertex%3D%221%22%3E%0A%20%20%20%20%20%20%20%20%20%20%3CmxGeometry%20height%3D%2260%22%20width%3D%22240%22%20x%3D%22-422%22%20y%3D%22-1110%22%20as%3D%22geometry%22%20%2F%3E%0A%20%20%20%20%20%20%20%20%3C%2FmxCell%3E%0A%20%20%20%20%20%20%20%20%3CmxCell%20id%3D%22C8ObDLch8E6jB_fL7SUV-14%22%20parent%3D%22JvsaL_Y0VghN2dCY6P0w-1%22%20style%3D%22rounded%3D0%3BwhiteSpace%3Dwrap%3Bhtml%3D1%3B%22%20value%3D%22Email%20address%22%20vertex%3D%221%22%3E%0A%20%20%20%20%20%20%20%20%20%20%3CmxGeometry%20height%3D%2260%22%20width%3D%22485%22%20x%3D%22-675%22%20y%3D%22-1000%22%20as%3D%22geometry%22%20%2F%3E%0A%20%20%20%20%20%20%20%20%3C%2FmxCell%3E%0A%20%20%20%20%20%20%20%20%3CmxCell%20id%3D%22C8ObDLch8E6jB_fL7SUV-17%22%20parent%3D%22JvsaL_Y0VghN2dCY6P0w-1%22%20style%3D%22rounded%3D0%3BwhiteSpace%3Dwrap%3Bhtml%3D1%3B%22%20value%3D%22Cancel%22%20vertex%3D%221%22%3E%0A%20%20%20%20%20%20%20%20%20%20%3CmxGeometry%20height%3D%2240%22%20width%3D%22173%22%20x%3D%22-373%22%20y%3D%22-721%22%20as%3D%22geometry%22%20%2F%3E%0A%20%20%20%20%20%20%20%20%3C%2FmxCell%3E%0A%20%20%20%20%20%20%20%20%3CmxCell%20id%3D%22C8ObDLch8E6jB_fL7SUV-21%22%20parent%3D%22JvsaL_Y0VghN2dCY6P0w-1%22%20style%3D%22rounded%3D0%3BwhiteSpace%3Dwrap%3Bhtml%3D1%3BfillColor%3D%23b1ddf0%3BstrokeColor%3Dnone%3B%22%20value%3D%22Save%20changes%22%20vertex%3D%221%22%3E%0A%20%20%20%20%20%20%20%20%20%20%3CmxGeometry%20height%3D%2240%22%20width%3D%22152.5%22%20x%3D%22-666.25%22%20y%3D%22-721%22%20as%3D%22geometry%22%20%2F%3E%0A%20%20%20%20%20%20%20%20%3C%2FmxCell%3E%0A%20%20%20%20%20%20%20%20%3CmxCell%20id%3D%22C8ObDLch8E6jB_fL7SUV-22%22%20parent%3D%22JvsaL_Y0VghN2dCY6P0w-1%22%20style%3D%22text%3Bhtml%3D1%3BwhiteSpace%3Dwrap%3BstrokeColor%3Dnone%3BfillColor%3Dnone%3Balign%3Dcenter%3BverticalAlign%3Dmiddle%3Brounded%3D0%3B%22%20value%3D%22Address%22%20vertex%3D%221%22%3E%0A%20%20%20%20%20%20%20%20%20%20%3CmxGeometry%20height%3D%2230%22%20width%3D%2260%22%20x%3D%22-610%22%20y%3D%22-787%22%20as%3D%22geometry%22%20%2F%3E%0A%20%20%20%20%20%20%20%20%3C%2FmxCell%3E%0A%20%20%20%20%20%20%20%20%3CmxCell%20id%3D%22C8ObDLch8E6jB_fL7SUV-23%22%20parent%3D%22JvsaL_Y0VghN2dCY6P0w-1%22%20style%3D%22text%3Bhtml%3D1%3BwhiteSpace%3Dwrap%3BstrokeColor%3Dnone%3BfillColor%3Dnone%3Balign%3Dcenter%3BverticalAlign%3Dmiddle%3Brounded%3D0%3B%22%20value%3D%22Profile%22%20vertex%3D%221%22%3E%0A%20%20%20%20%20%20%20%20%20%20%3CmxGeometry%20height%3D%2230%22%20width%3D%2260%22%20x%3D%22-860%22%20y%3D%22-1195%22%20as%3D%22geometry%22%20%2F%3E%0A%20%20%20%20%20%20%20%20%3C%2FmxCell%3E%0A%20%20%20%20%20%20%20%20%3CmxCell%20id%3D%22C8ObDLch8E6jB_fL7SUV-24%22%20parent%3D%22JvsaL_Y0VghN2dCY6P0w-1%22%20style%3D%22text%3Bhtml%3D1%3BwhiteSpace%3Dwrap%3BstrokeColor%3Dnone%3BfillColor%3Dnone%3Balign%3Dcenter%3BverticalAlign%3Dmiddle%3Brounded%3D0%3B%22%20value%3D%22Security%22%20vertex%3D%221%22%3E%0A%20%20%20%20%20%20%20%20%20%20%3CmxGeometry%20height%3D%2230%22%20width%3D%2260%22%20x%3D%22-860%22%20y%3D%22-1130%22%20as%3D%22geometry%22%20%2F%3E%0A%20%20%20%20%20%20%20%20%3C%2FmxCell%3E%0A%20%20%20%20%20%20%20%20%3CmxCell%20id%3D%22C8ObDLch8E6jB_fL7SUV-25%22%20parent%3D%22JvsaL_Y0VghN2dCY6P0w-1%22%20style%3D%22text%3Bhtml%3D1%3BwhiteSpace%3Dwrap%3BstrokeColor%3Dnone%3BfillColor%3Dnone%3Balign%3Dcenter%3BverticalAlign%3Dmiddle%3Brounded%3D0%3B%22%20value%3D%22Sign%20out%22%20vertex%3D%221%22%3E%0A%20%20%20%20%20%20%20%20%20%20%3CmxGeometry%20height%3D%2230%22%20width%3D%2260%22%20x%3D%22-860%22%20y%3D%22-1070%22%20as%3D%22geometry%22%20%2F%3E%0A%20%20%20%20%20%20%20%20%3C%2FmxCell%3E%0A%20%20%20%20%20%20%3C%2Froot%3E%0A%20%20%20%20%3C%2FmxGraphModel%3E%0A%20%20%3C%2Fdiagram%3E%0A%20%20%3Cdiagram%20name%3D%22%20Health%20Link%20Wireframe6%22%20id%3D%22YrOU62avxZ4g3GzXdneg%22%3E%0A%20%20%20%20%3CmxGraphModel%20dx%3D%222198%22%20dy%3D%222230%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227yTeayAgcIdKtzKBocMK-0%22%20%2F%3E%0A%20%20%20%20%20%20%20%20%3CmxCell%20id%3D%227yTeayAgcIdKtzKBocMK-1%22%20parent%3D%227yTeayAgcIdKtzKBocMK-0%22%20%2F%3E%0A%20%20%20%20%20%20%20%20%3CmxCell%20id%3D%227yTeayAgcIdKtzKBocMK-2%22%20parent%3D%227yTeayAgcIdKtzKBocMK-1%22%20style%3D%22rounded%3D0%3BwhiteSpace%3Dwrap%3Bhtml%3D1%3B%22%20value%3D%22%22%20vertex%3D%221%22%3E%0A%20%20%20%20%20%20%20%20%20%20%3CmxGeometry%20height%3D%22840%22%20width%3D%221190%22%20x%3D%22-1100%22%20y%3D%22-1470%22%20as%3D%22geometry%22%20%2F%3E%0A%20%20%20%20%20%20%20%20%3C%2FmxCell%3E%0A%20%20%20%20%20%20%20%20%3CmxCell%20id%3D%227yTeayAgcIdKtzKBocMK-3%22%20parent%3D%227yTeayAgcIdKtzKBocMK-1%22%20style%3D%22rounded%3D0%3BwhiteSpace%3Dwrap%3Bhtml%3D1%3B%22%20value%3D%22%22%20vertex%3D%221%22%3E%0A%20%20%20%20%20%20%20%20%20%20%3CmxGeometry%20height%3D%2230%22%20width%3D%221190%22%20x%3D%22-1100%22%20y%3D%22-662.5%22%20as%3D%22geometry%22%20%2F%3E%0A%20%20%20%20%20%20%20%20%3C%2FmxCell%3E%0A%20%20%20%20%20%20%20%20%3CmxCell%20id%3D%227yTeayAgcIdKtzKBocMK-4%22%20parent%3D%227yTeayAgcIdKtzKBocMK-1%22%20style%3D%22rounded%3D0%3BwhiteSpace%3Dwrap%3Bhtml%3D1%3Bdirection%3Dsouth%3B%22%20value%3D%22%22%20vertex%3D%221%22%3E%0A%20%20%20%20%20%20%20%20%20%20%3CmxGeometry%20height%3D%22575%22%20width%3D%22210%22%20x%3D%22-140%22%20y%3D%22-1275%22%20as%3D%22geometry%22%20%2F%3E%0A%20%20%20%20%20%20%20%20%3C%2FmxCell%3E%0A%20%20%20%20%20%20%20%20%3CmxCell%20id%3D%227yTeayAgcIdKtzKBocMK-5%22%20parent%3D%227yTeayAgcIdKtzKBocMK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22120%22%20x%3D%22-1080%22%20y%3D%22-1430%22%20as%3D%22geometry%22%20%2F%3E%0A%20%20%20%20%20%20%20%20%3C%2FmxCell%3E%0A%20%20%20%20%20%20%20%20%3CmxCell%20id%3D%227yTeayAgcIdKtzKBocMK-6%22%20parent%3D%227yTeayAgcIdKtzKBocMK-1%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-695.5%22%20y%3D%22-1430%22%20as%3D%22geometry%22%20%2F%3E%0A%20%20%20%20%20%20%20%20%3C%2FmxCell%3E%0A%20%20%20%20%20%20%20%20%3CmxCell%20id%3D%227yTeayAgcIdKtzKBocMK-7%22%20parent%3D%227yTeayAgcIdKtzKBocMK-1%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-510%22%20y%3D%22-1430%22%20as%3D%22geometry%22%20%2F%3E%0A%20%20%20%20%20%20%20%20%3C%2FmxCell%3E%0A%20%20%20%20%20%20%20%20%3CmxCell%20id%3D%227yTeayAgcIdKtzKBocMK-8%22%20parent%3D%227yTeayAgcIdKtzKBocMK-1%22%20style%3D%22text%3Bhtml%3D1%3BwhiteSpace%3Dwrap%3BstrokeColor%3Dnone%3BfillColor%3Dnone%3Balign%3Dcenter%3BverticalAlign%3Dmiddle%3Brounded%3D0%3B%22%20value%3D%22Pharmacy%22%20vertex%3D%221%22%3E%0A%20%20%20%20%20%20%20%20%20%20%3CmxGeometry%20height%3D%2230%22%20width%3D%2290%22%20x%3D%22-370%22%20y%3D%22-1430%22%20as%3D%22geometry%22%20%2F%3E%0A%20%20%20%20%20%20%20%20%3C%2FmxCell%3E%0A%20%20%20%20%20%20%20%20%3CmxCell%20id%3D%227yTeayAgcIdKtzKBocMK-9%22%20parent%3D%227yTeayAgcIdKtzKBocMK-1%22%20style%3D%22text%3Bhtml%3D1%3BwhiteSpace%3Dwrap%3BstrokeColor%3Dnone%3BfillColor%3Dnone%3Balign%3Dcenter%3BverticalAlign%3Dmiddle%3Brounded%3D0%3B%22%20value%3D%22%26lt%3Bb%26gt%3BContact%20Us%26lt%3B%2Fb%26gt%3B%22%20vertex%3D%221%22%3E%0A%20%20%20%20%20%20%20%20%20%20%3CmxGeometry%20height%3D%2230%22%20width%3D%2290%22%20x%3D%22-230%22%20y%3D%22-1430%22%20as%3D%22geometry%22%20%2F%3E%0A%20%20%20%20%20%20%20%20%3C%2FmxCell%3E%0A%20%20%20%20%20%20%20%20%3CmxCell%20id%3D%227yTeayAgcIdKtzKBocMK-10%22%20parent%3D%227yTeayAgcIdKtzKBocMK-1%22%20style%3D%22text%3Bhtml%3D1%3BwhiteSpace%3Dwrap%3BstrokeColor%3Dnone%3BfillColor%3Dnone%3Balign%3Dcenter%3BverticalAlign%3Dmiddle%3Brounded%3D0%3B%22%20value%3D%22My%20Account%22%20vertex%3D%221%22%3E%0A%20%20%20%20%20%20%20%20%20%20%3CmxGeometry%20height%3D%2250%22%20width%3D%2290%22%20x%3D%22-77.5%22%20y%3D%22-1440%22%20as%3D%22geometry%22%20%2F%3E%0A%20%20%20%20%20%20%20%20%3C%2FmxCell%3E%0A%20%20%20%20%20%20%20%20%3CmxCell%20id%3D%227yTeayAgcIdKtzKBocMK-11%22%20parent%3D%227yTeayAgcIdKtzKBocMK-1%22%20style%3D%22text%3Bhtml%3D1%3BwhiteSpace%3Dwrap%3BstrokeColor%3Dnone%3BfillColor%3Dnone%3Balign%3Dcenter%3BverticalAlign%3Dmiddle%3Brounded%3D0%3B%22%20value%3D%22%26lt%3Bb%26gt%3BAnnotations%26lt%3B%2Fb%26gt%3B%22%20vertex%3D%221%22%3E%0A%20%20%20%20%20%20%20%20%20%20%3CmxGeometry%20height%3D%2230%22%20width%3D%2260%22%20x%3D%22-100%22%20y%3D%22-1190%22%20as%3D%22geometry%22%20%2F%3E%0A%20%20%20%20%20%20%20%20%3C%2FmxCell%3E%0A%20%20%20%20%20%20%20%20%3CmxCell%20id%3D%227yTeayAgcIdKtzKBocMK-12%22%20parent%3D%227yTeayAgcIdKtzKBocMK-1%22%20style%3D%22text%3Bhtml%3D1%3BwhiteSpace%3Dwrap%3BstrokeColor%3Dnone%3BfillColor%3Dnone%3Balign%3Dcenter%3BverticalAlign%3Dmiddle%3Brounded%3D0%3B%22%20value%3D%221%20Contact%20details%20comes%20from%20hospital%20representatives%26lt%3Bdiv%26gt%3B%26lt%3Bbr%26gt%3B%26lt%3Bdiv%26gt%3B2%20Map%20holder%20shows%20hospital%20location%26lt%3B%2Fdiv%26gt%3B%26lt%3Bdiv%26gt%3B%26lt%3Bbr%26gt%3B%26lt%3B%2Fdiv%26gt%3B%26lt%3Bdiv%26gt%3B3%20Enquiry%20type%20routes%20the%20message%20to%20the%20right%20hospital%20contact%20channel.%26lt%3B%2Fdiv%26gt%3B%26lt%3Bdiv%26gt%3B%26lt%3Bbr%26gt%3B%26lt%3B%2Fdiv%26gt%3B%26lt%3Bdiv%26gt%3B4%20Call%20back%20option%20reveals%20a%20phone%20field.%20A%20representative%20contact%20the%20user%26lt%3B%2Fdiv%26gt%3B%26lt%3Bdiv%26gt%3B%26lt%3Bbr%26gt%3B%26lt%3B%2Fdiv%26gt%3B%26lt%3Bdiv%26gt%3B5%20On%20submit%20on%20screen%20confirmation%20and%20email%20to%20the%20address%20supplied.%20Replies%20are%20sent%20by%20email%26lt%3B%2Fdiv%26gt%3B%26lt%3B%2Fdiv%26gt%3B%22%20vertex%3D%221%22%3E%0A%20%20%20%20%20%20%20%20%20%20%3CmxGeometry%20height%3D%2265%22%20width%3D%22200%22%20x%3D%22-130%22%20y%3D%22-1055%22%20as%3D%22geometry%22%20%2F%3E%0A%20%20%20%20%20%20%20%20%3C%2FmxCell%3E%0A%20%20%20%20%20%20%20%20%3CmxCell%20id%3D%227yTeayAgcIdKtzKBocMK-13%22%20parent%3D%227yTeayAgcIdKtzKBocMK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-180%22%20y%3D%22-660%22%20as%3D%22geometry%22%20%2F%3E%0A%20%20%20%20%20%20%20%20%3C%2FmxCell%3E%0A%20%20%20%20%20%20%20%20%3CmxCell%20id%3D%227yTeayAgcIdKtzKBocMK-14%22%20parent%3D%227yTeayAgcIdKtzKBocMK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-122.5%22%20y%3D%22-660%22%20as%3D%22geometry%22%20%2F%3E%0A%20%20%20%20%20%20%20%20%3C%2FmxCell%3E%0A%20%20%20%20%20%20%20%20%3CmxCell%20id%3D%227yTeayAgcIdKtzKBocMK-15%22%20parent%3D%227yTeayAgcIdKtzKBocMK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225%22%20y%3D%22-657.5%22%20as%3D%22geometry%22%20%2F%3E%0A%20%20%20%20%20%20%20%20%3C%2FmxCell%3E%0A%20%20%20%20%20%20%20%20%3CmxCell%20id%3D%227yTeayAgcIdKtzKBocMK-16%22%20parent%3D%227yTeayAgcIdKtzKBocMK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2230%22%20y%3D%22-660%22%20as%3D%22geometry%22%20%2F%3E%0A%20%20%20%20%20%20%20%20%3C%2FmxCell%3E%0A%20%20%20%20%20%20%20%20%3CmxCell%20id%3D%227yTeayAgcIdKtzKBocMK-17%22%20parent%3D%227yTeayAgcIdKtzKBocMK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-92.5%22%20y%3D%22-660%22%20as%3D%22geometry%22%20%2F%3E%0A%20%20%20%20%20%20%20%20%3C%2FmxCell%3E%0A%20%20%20%20%20%20%20%20%3CmxCell%20id%3D%227yTeayAgcIdKtzKBocMK-19%22%20parent%3D%227yTeayAgcIdKtzKBocMK-1%22%20style%3D%22text%3Bhtml%3D1%3BwhiteSpace%3Dwrap%3BstrokeColor%3Dnone%3BfillColor%3Dnone%3Balign%3Dcenter%3BverticalAlign%3Dmiddle%3Brounded%3D0%3B%22%20value%3D%22WF-04%2F%20Contact%20Us%22%20vertex%3D%221%22%3E%0A%20%20%20%20%20%20%20%20%20%20%3CmxGeometry%20height%3D%2230%22%20width%3D%22240%22%20x%3D%22-1050%22%20y%3D%22-662.5%22%20as%3D%22geometry%22%20%2F%3E%0A%20%20%20%20%20%20%20%20%3C%2FmxCell%3E%0A%20%20%20%20%20%20%20%20%3CmxCell%20id%3D%227yTeayAgcIdKtzKBocMK-20%22%20edge%3D%221%22%20parent%3D%227yTeayAgcIdKtzKBocMK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-470%22%20y%3D%22-780%22%20as%3D%22sourcePoint%22%20%2F%3E%0A%20%20%20%20%20%20%20%20%20%20%20%20%3CmxPoint%20x%3D%22-470%22%20y%3D%22-780%22%20as%3D%22targetPoint%22%20%2F%3E%0A%20%20%20%20%20%20%20%20%20%20%3C%2FmxGeometry%3E%0A%20%20%20%20%20%20%20%20%3C%2FmxCell%3E%0A%20%20%20%20%20%20%20%20%3CmxCell%20id%3D%227yTeayAgcIdKtzKBocMK-21%22%20parent%3D%227yTeayAgcIdKtzKBocMK-1%22%20style%3D%22rounded%3D0%3BwhiteSpace%3Dwrap%3Bhtml%3D1%3B%22%20value%3D%22Full%20name%22%20vertex%3D%221%22%3E%0A%20%20%20%20%20%20%20%20%20%20%3CmxGeometry%20height%3D%2260%22%20width%3D%22485%22%20x%3D%22-665%22%20y%3D%22-1275%22%20as%3D%22geometry%22%20%2F%3E%0A%20%20%20%20%20%20%20%20%3C%2FmxCell%3E%0A%20%20%20%20%20%20%20%20%3CmxCell%20id%3D%227yTeayAgcIdKtzKBocMK-22%22%20parent%3D%227yTeayAgcIdKtzKBocMK-1%22%20style%3D%22rounded%3D0%3BwhiteSpace%3Dwrap%3Bhtml%3D1%3B%22%20value%3D%22%22%20vertex%3D%221%22%3E%0A%20%20%20%20%20%20%20%20%20%20%3CmxGeometry%20height%3D%2260%22%20width%3D%22475%22%20x%3D%22-651%22%20y%3D%22-802%22%20as%3D%22geometry%22%20%2F%3E%0A%20%20%20%20%20%20%20%20%3C%2FmxCell%3E%0A%20%20%20%20%20%20%20%20%3CmxCell%20id%3D%227yTeayAgcIdKtzKBocMK-27%22%20parent%3D%227yTeayAgcIdKtzKBocMK-1%22%20style%3D%22rounded%3D0%3BwhiteSpace%3Dwrap%3Bhtml%3D1%3B%22%20value%3D%22Message%22%20vertex%3D%221%22%3E%0A%20%20%20%20%20%20%20%20%20%20%3CmxGeometry%20height%3D%22105%22%20width%3D%22485%22%20x%3D%22-656%22%20y%3D%22-990%22%20as%3D%22geometry%22%20%2F%3E%0A%20%20%20%20%20%20%20%20%3C%2FmxCell%3E%0A%20%20%20%20%20%20%20%20%3CmxCell%20id%3D%227yTeayAgcIdKtzKBocMK-29%22%20parent%3D%227yTeayAgcIdKtzKBocMK-1%22%20style%3D%22rounded%3D0%3BwhiteSpace%3Dwrap%3Bhtml%3D1%3BfillColor%3D%23b1ddf0%3BstrokeColor%3Dnone%3B%22%20value%3D%22Submit%22%20vertex%3D%221%22%3E%0A%20%20%20%20%20%20%20%20%20%20%3CmxGeometry%20height%3D%2240%22%20width%3D%22152.5%22%20x%3D%22-651%22%20y%3D%22-720%22%20as%3D%22geometry%22%20%2F%3E%0A%20%20%20%20%20%20%20%20%3C%2FmxCell%3E%0A%20%20%20%20%20%20%20%20%3CmxCell%20id%3D%227yTeayAgcIdKtzKBocMK-30%22%20parent%3D%227yTeayAgcIdKtzKBocMK-1%22%20style%3D%22text%3Bhtml%3D1%3BwhiteSpace%3Dwrap%3BstrokeColor%3Dnone%3BfillColor%3Dnone%3Balign%3Dcenter%3BverticalAlign%3Dmiddle%3Brounded%3D0%3B%22%20value%3D%22Phone%20number%20\(shown%20if%20tick\)%22%20vertex%3D%221%22%3E%0A%20%20%20%20%20%20%20%20%20%20%3CmxGeometry%20height%3D%2230%22%20width%3D%22260%22%20x%3D%22-610%22%20y%3D%22-787%22%20as%3D%22geometry%22%20%2F%3E%0A%20%20%20%20%20%20%20%20%3C%2FmxCell%3E%0A%20%20%20%20%20%20%20%20%3CmxCell%20id%3D%22OVvlXsA83MbHz0FSBUug-2%22%20parent%3D%227yTeayAgcIdKtzKBocMK-1%22%20style%3D%22verticalLabelPosition%3Dbottom%3Bshadow%3D0%3Bdashed%3D0%3Balign%3Dcenter%3Bhtml%3D1%3BverticalAlign%3Dtop%3BstrokeWidth%3D1%3Bshape%3Dmxgraph.mockup.graphics.simpleIcon%3BstrokeColor%3D%23999999%3B%22%20value%3D%22%22%20vertex%3D%221%22%3E%0A%20%20%20%20%20%20%20%20%20%20%3CmxGeometry%20height%3D%22290%22%20width%3D%22390%22%20x%3D%22-1080%22%20y%3D%22-990%22%20as%3D%22geometry%22%20%2F%3E%0A%20%20%20%20%20%20%20%20%3C%2FmxCell%3E%0A%20%20%20%20%20%20%20%20%3CmxCell%20id%3D%22OVvlXsA83MbHz0FSBUug-3%22%20parent%3D%227yTeayAgcIdKtzKBocMK-1%22%20style%3D%22rounded%3D0%3BwhiteSpace%3Dwrap%3Bhtml%3D1%3B%22%20value%3D%22Email%20address%22%20vertex%3D%221%22%3E%0A%20%20%20%20%20%20%20%20%20%20%3CmxGeometry%20height%3D%2260%22%20width%3D%22495%22%20x%3D%22-665%22%20y%3D%22-1180%22%20as%3D%22geometry%22%20%2F%3E%0A%20%20%20%20%20%20%20%20%3C%2FmxCell%3E%0A%20%20%20%20%20%20%20%20%3CmxCell%20id%3D%22OVvlXsA83MbHz0FSBUug-4%22%20parent%3D%227yTeayAgcIdKtzKBocMK-1%22%20style%3D%22html%3D1%3Bshadow%3D0%3Bshape%3Dmxgraph.bootstrap.rrect%3BrSize%3D5%3BstrokeColor%3D%23505050%3BstrokeWidth%3D1%3BfillColor%3D%23ffffff%3BfontColor%3D%23777777%3BwhiteSpace%3Dwrap%3Balign%3Dleft%3BverticalAlign%3Dmiddle%3BfontStyle%3D0%3BfontSize%3D18%3Bspacing%3D20%3B%22%20value%3D%22Enquiry%20type%22%20vertex%3D%221%22%3E%0A%20%20%20%20%20%20%20%20%20%20%3CmxGeometry%20height%3D%2260%22%20width%3D%22485%22%20x%3D%22-656%22%20y%3D%22-1080%22%20as%3D%22geometry%22%20%2F%3E%0A%20%20%20%20%20%20%20%20%3C%2FmxCell%3E%0A%20%20%20%20%20%20%20%20%3CmxCell%20id%3D%22OVvlXsA83MbHz0FSBUug-5%22%20parent%3D%22OVvlXsA83MbHz0FSBUug-4%22%20style%3D%22shape%3Dtriangle%3Bdirection%3Dsouth%3BfillColor%3D%23495057%3BstrokeColor%3Dnone%3Bperimeter%3Dnone%3B%22%20value%3D%22%22%20vertex%3D%221%22%3E%0A%20%20%20%20%20%20%20%20%20%20%3CmxGeometry%20height%3D%225%22%20relative%3D%221%22%20width%3D%2210%22%20x%3D%221%22%20y%3D%220.5%22%20as%3D%22geometry%22%3E%0A%20%20%20%20%20%20%20%20%20%20%20%20%3CmxPoint%20x%3D%22-17%22%20y%3D%22-2.5%22%20as%3D%22offset%22%20%2F%3E%0A%20%20%20%20%20%20%20%20%20%20%3C%2FmxGeometry%3E%0A%20%20%20%20%20%20%20%20%3C%2FmxCell%3E%0A%20%20%20%20%20%20%20%20%3CmxCell%20id%3D%22OVvlXsA83MbHz0FSBUug-6%22%20parent%3D%227yTeayAgcIdKtzKBocMK-1%22%20style%3D%22text%3Bhtml%3D1%3BwhiteSpace%3Dwrap%3BstrokeColor%3Dnone%3BfillColor%3Dnone%3Balign%3Dcenter%3BverticalAlign%3Dmiddle%3Brounded%3D0%3B%22%20value%3D%22%26lt%3Bb%26gt%3BSend%20us%20a%20message%26lt%3B%2Fb%26gt%3B%22%20vertex%3D%221%22%3E%0A%20%20%20%20%20%20%20%20%20%20%3CmxGeometry%20height%3D%2230%22%20width%3D%22175%22%20x%3D%22-730%22%20y%3D%22-1340%22%20as%3D%22geometry%22%20%2F%3E%0A%20%20%20%20%20%20%20%20%3C%2FmxCell%3E%0A%20%20%20%20%20%20%20%20%3CmxCell%20id%3D%22OVvlXsA83MbHz0FSBUug-9%22%20parent%3D%227yTeayAgcIdKtzKBocMK-1%22%20style%3D%22whiteSpace%3Dwrap%3Bhtml%3D1%3Baspect%3Dfixed%3B%22%20value%3D%22%22%20vertex%3D%221%22%3E%0A%20%20%20%20%20%20%20%20%20%20%3CmxGeometry%20height%3D%2225%22%20width%3D%2225%22%20x%3D%22-656%22%20y%3D%22-850%22%20as%3D%22geometry%22%20%2F%3E%0A%20%20%20%20%20%20%20%20%3C%2FmxCell%3E%0A%20%20%20%20%20%20%20%20%3CmxCell%20id%3D%22OVvlXsA83MbHz0FSBUug-10%22%20parent%3D%227yTeayAgcIdKtzKBocMK-1%22%20style%3D%22text%3Bhtml%3D1%3BwhiteSpace%3Dwrap%3BstrokeColor%3Dnone%3BfillColor%3Dnone%3Balign%3Dcenter%3BverticalAlign%3Dmiddle%3Brounded%3D0%3B%22%20value%3D%22Request%20a%20call%20back%20from%20hospital%20representatives%22%20vertex%3D%221%22%3E%0A%20%20%20%20%20%20%20%20%20%20%3CmxGeometry%20height%3D%2230%22%20width%3D%22298%22%20x%3D%22-580%22%20y%3D%22-850%22%20as%3D%22geometry%22%20%2F%3E%0A%20%20%20%20%20%20%20%20%3C%2FmxCell%3E%0A%20%20%20%20%20%20%20%20%3CmxCell%20id%3D%22OVvlXsA83MbHz0FSBUug-11%22%20parent%3D%227yTeayAgcIdKtzKBocMK-1%22%20style%3D%22text%3Bhtml%3D1%3BwhiteSpace%3Dwrap%3BstrokeColor%3Dnone%3BfillColor%3Dnone%3Balign%3Dcenter%3BverticalAlign%3Dmiddle%3Brounded%3D0%3B%22%20value%3D%22%26lt%3Bb%26gt%3B%26lt%3Bfont%20style%3D%26quot%3Bfont-size%3A%2014px%3B%26quot%3B%26gt%3BContact%20Us%26lt%3B%2Ffont%26gt%3B%26lt%3B%2Fb%26gt%3B%22%20vertex%3D%221%22%3E%0A%20%20%20%20%20%20%20%20%20%20%3CmxGeometry%20height%3D%2230%22%20width%3D%22160%22%20x%3D%22-1080%22%20y%3D%22-1360%22%20as%3D%22geometry%22%20%2F%3E%0A%20%20%20%20%20%20%20%20%3C%2FmxCell%3E%0A%20%20%20%20%20%20%20%20%3CmxCell%20id%3D%22OVvlXsA83MbHz0FSBUug-13%22%20parent%3D%227yTeayAgcIdKtzKBocMK-1%22%20style%3D%22text%3Bhtml%3D1%3BwhiteSpace%3Dwrap%3BstrokeColor%3Dnone%3BfillColor%3Dnone%3Balign%3Dcenter%3BverticalAlign%3Dmiddle%3Brounded%3D0%3B%22%20value%3D%22Telephone%3A%200xxxxxxxx%26lt%3Bdiv%26gt%3B%26lt%3Bbr%26gt%3B%26lt%3Bdiv%26gt%3BEmail%3A%20enquiries%40healthlink.example%26lt%3B%2Fdiv%26gt%3B%26lt%3Bdiv%26gt%3B%26lt%3Bbr%26gt%3B%26lt%3B%2Fdiv%26gt%3B%26lt%3Bdiv%26gt%3BAddress%3A%20Hospital%20address%2C%20city%2Cpostcode%26lt%3B%2Fdiv%26gt%3B%26lt%3Bdiv%26gt%3B%26lt%3Bspan%20style%3D%26quot%3Bwhite-space%3A%20pre%3B%26quot%3B%26gt%3B%26lt%3Bbr%26gt%3B%26lt%3B%2Fspan%26gt%3B%26lt%3B%2Fdiv%26gt%3B%26lt%3Bdiv%26gt%3B%26lt%3Bspan%20style%3D%26quot%3Bwhite-space%3A%20pre%3B%26quot%3B%26gt%3BOpen%20hours%20%3A%20to%20be%20confirmed%26lt%3B%2Fspan%26gt%3B%26lt%3Bbr%26gt%3B%26lt%3B%2Fdiv%26gt%3B%26lt%3B%2Fdiv%26gt%3B%22%20vertex%3D%221%22%3E%0A%20%20%20%20%20%20%20%20%20%20%3CmxGeometry%20height%3D%22225%22%20width%3D%22330%22%20x%3D%22-1070%22%20y%3D%22-1290%22%20as%3D%22geometry%22%20%2F%3E%0A%20%20%20%20%20%20%20%20%3C%2FmxCell%3E%0A%20%20%20%20%20%20%20%20%3CmxCell%20id%3D%22OVvlXsA83MbHz0FSBUug-14%22%20parent%3D%227yTeayAgcIdKtzKBocMK-1%22%20style%3D%22text%3Bhtml%3D1%3BwhiteSpace%3Dwrap%3BstrokeColor%3Dnone%3BfillColor%3Dnone%3Balign%3Dcenter%3BverticalAlign%3Dmiddle%3Brounded%3D0%3B%22%20value%3D%22Map%20hospital%20location%22%20vertex%3D%221%22%3E%0A%20%20%20%20%20%20%20%20%20%20%3CmxGeometry%20height%3D%2230%22%20width%3D%22140%22%20x%3D%22-960%22%20y%3D%22-852.5%22%20as%3D%22geometry%22%20%2F%3E%0A%20%20%20%20%20%20%20%20%3C%2FmxCell%3E%0A%20%20%20%20%20%20%3C%2Froot%3E%0A%20%20%20%20%3C%2FmxGraphModel%3E%0A%20%20%3C%2Fdiagram%3E%0A%20%20%3Cdiagram%20name%3D%22%20Health%20Link%20Wireframe7%22%20id%3D%22zfaaIWugMXQWRNxcfAzf%22%3E%0A%20%20%20%20%3CmxGraphModel%20dx%3D%222198%22%20dy%3D%222230%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fwTncwYS4d0H9WJJyeIJ-0%22%20%2F%3E%0A%20%20%20%20%20%20%20%20%3CmxCell%20id%3D%22fwTncwYS4d0H9WJJyeIJ-1%22%20parent%3D%22fwTncwYS4d0H9WJJyeIJ-0%22%20%2F%3E%0A%20%20%20%20%20%20%20%20%3CmxCell%20id%3D%22fwTncwYS4d0H9WJJyeIJ-2%22%20parent%3D%22fwTncwYS4d0H9WJJyeIJ-1%22%20style%3D%22rounded%3D0%3BwhiteSpace%3Dwrap%3Bhtml%3D1%3B%22%20value%3D%22%22%20vertex%3D%221%22%3E%0A%20%20%20%20%20%20%20%20%20%20%3CmxGeometry%20height%3D%22840%22%20width%3D%221190%22%20x%3D%22-1110%22%20y%3D%22-1450%22%20as%3D%22geometry%22%20%2F%3E%0A%20%20%20%20%20%20%20%20%3C%2FmxCell%3E%0A%20%20%20%20%20%20%20%20%3CmxCell%20id%3D%22fwTncwYS4d0H9WJJyeIJ-3%22%20parent%3D%22fwTncwYS4d0H9WJJyeIJ-1%22%20style%3D%22rounded%3D0%3BwhiteSpace%3Dwrap%3Bhtml%3D1%3B%22%20value%3D%22%22%20vertex%3D%221%22%3E%0A%20%20%20%20%20%20%20%20%20%20%3CmxGeometry%20height%3D%2230%22%20width%3D%221190%22%20x%3D%22-1110%22%20y%3D%22-657.5%22%20as%3D%22geometry%22%20%2F%3E%0A%20%20%20%20%20%20%20%20%3C%2FmxCell%3E%0A%20%20%20%20%20%20%20%20%3CmxCell%20id%3D%22fwTncwYS4d0H9WJJyeIJ-4%22%20parent%3D%22fwTncwYS4d0H9WJJyeIJ-1%22%20style%3D%22rounded%3D0%3BwhiteSpace%3Dwrap%3Bhtml%3D1%3Bdirection%3Dsouth%3B%22%20value%3D%22%22%20vertex%3D%221%22%3E%0A%20%20%20%20%20%20%20%20%20%20%3CmxGeometry%20height%3D%22620%22%20width%3D%22210%22%20x%3D%22-140%22%20y%3D%22-1320%22%20as%3D%22geometry%22%20%2F%3E%0A%20%20%20%20%20%20%20%20%3C%2FmxCell%3E%0A%20%20%20%20%20%20%20%20%3CmxCell%20id%3D%22fwTncwYS4d0H9WJJyeIJ-5%22%20parent%3D%22fwTncwYS4d0H9WJJyeIJ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22120%22%20x%3D%22-1080%22%20y%3D%22-1430%22%20as%3D%22geometry%22%20%2F%3E%0A%20%20%20%20%20%20%20%20%3C%2FmxCell%3E%0A%20%20%20%20%20%20%20%20%3CmxCell%20id%3D%22fwTncwYS4d0H9WJJyeIJ-6%22%20parent%3D%22fwTncwYS4d0H9WJJyeIJ-1%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-695.5%22%20y%3D%22-1430%22%20as%3D%22geometry%22%20%2F%3E%0A%20%20%20%20%20%20%20%20%3C%2FmxCell%3E%0A%20%20%20%20%20%20%20%20%3CmxCell%20id%3D%22fwTncwYS4d0H9WJJyeIJ-7%22%20parent%3D%22fwTncwYS4d0H9WJJyeIJ-1%22%20style%3D%22text%3Bhtml%3D1%3BwhiteSpace%3Dwrap%3BstrokeColor%3Dnone%3BfillColor%3Dnone%3Balign%3Dcenter%3BverticalAlign%3Dmiddle%3Brounded%3D0%3B%22%20value%3D%22%26lt%3Bb%26gt%3BAbout%20Us%26lt%3B%2Fb%26gt%3B%22%20vertex%3D%221%22%3E%0A%20%20%20%20%20%20%20%20%20%20%3CmxGeometry%20height%3D%2230%22%20width%3D%2270%22%20x%3D%22-510%22%20y%3D%22-1430%22%20as%3D%22geometry%22%20%2F%3E%0A%20%20%20%20%20%20%20%20%3C%2FmxCell%3E%0A%20%20%20%20%20%20%20%20%3CmxCell%20id%3D%22fwTncwYS4d0H9WJJyeIJ-8%22%20parent%3D%22fwTncwYS4d0H9WJJyeIJ-1%22%20style%3D%22text%3Bhtml%3D1%3BwhiteSpace%3Dwrap%3BstrokeColor%3Dnone%3BfillColor%3Dnone%3Balign%3Dcenter%3BverticalAlign%3Dmiddle%3Brounded%3D0%3B%22%20value%3D%22Pharmacy%22%20vertex%3D%221%22%3E%0A%20%20%20%20%20%20%20%20%20%20%3CmxGeometry%20height%3D%2230%22%20width%3D%2290%22%20x%3D%22-370%22%20y%3D%22-1430%22%20as%3D%22geometry%22%20%2F%3E%0A%20%20%20%20%20%20%20%20%3C%2FmxCell%3E%0A%20%20%20%20%20%20%20%20%3CmxCell%20id%3D%22fwTncwYS4d0H9WJJyeIJ-9%22%20parent%3D%22fwTncwYS4d0H9WJJyeIJ-1%22%20style%3D%22text%3Bhtml%3D1%3BwhiteSpace%3Dwrap%3BstrokeColor%3Dnone%3BfillColor%3Dnone%3Balign%3Dcenter%3BverticalAlign%3Dmiddle%3Brounded%3D0%3B%22%20value%3D%22%26lt%3Bb%26gt%3BContact%20Us%26lt%3B%2Fb%26gt%3B%22%20vertex%3D%221%22%3E%0A%20%20%20%20%20%20%20%20%20%20%3CmxGeometry%20height%3D%2230%22%20width%3D%2290%22%20x%3D%22-230%22%20y%3D%22-1430%22%20as%3D%22geometry%22%20%2F%3E%0A%20%20%20%20%20%20%20%20%3C%2FmxCell%3E%0A%20%20%20%20%20%20%20%20%3CmxCell%20id%3D%22fwTncwYS4d0H9WJJyeIJ-10%22%20parent%3D%22fwTncwYS4d0H9WJJyeIJ-1%22%20style%3D%22text%3Bhtml%3D1%3BwhiteSpace%3Dwrap%3BstrokeColor%3Dnone%3BfillColor%3Dnone%3Balign%3Dcenter%3BverticalAlign%3Dmiddle%3Brounded%3D0%3B%22%20value%3D%22My%20Account%22%20vertex%3D%221%22%3E%0A%20%20%20%20%20%20%20%20%20%20%3CmxGeometry%20height%3D%2250%22%20width%3D%2290%22%20x%3D%22-77.5%22%20y%3D%22-1440%22%20as%3D%22geometry%22%20%2F%3E%0A%20%20%20%20%20%20%20%20%3C%2FmxCell%3E%0A%20%20%20%20%20%20%20%20%3CmxCell%20id%3D%22fwTncwYS4d0H9WJJyeIJ-11%22%20parent%3D%22fwTncwYS4d0H9WJJyeIJ-1%22%20style%3D%22text%3Bhtml%3D1%3BwhiteSpace%3Dwrap%3BstrokeColor%3Dnone%3BfillColor%3Dnone%3Balign%3Dcenter%3BverticalAlign%3Dmiddle%3Brounded%3D0%3B%22%20value%3D%22%26lt%3Bb%26gt%3BAnnotations%26lt%3B%2Fb%26gt%3B%22%20vertex%3D%221%22%3E%0A%20%20%20%20%20%20%20%20%20%20%3CmxGeometry%20height%3D%2230%22%20width%3D%2260%22%20x%3D%22-110%22%20y%3D%22-1305%22%20as%3D%22geometry%22%20%2F%3E%0A%20%20%20%20%20%20%20%20%3C%2FmxCell%3E%0A%20%20%20%20%20%20%20%20%3CmxCell%20id%3D%22fwTncwYS4d0H9WJJyeIJ-13%22%20parent%3D%22fwTncwYS4d0H9WJJyeIJ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-180%22%20y%3D%22-660%22%20as%3D%22geometry%22%20%2F%3E%0A%20%20%20%20%20%20%20%20%3C%2FmxCell%3E%0A%20%20%20%20%20%20%20%20%3CmxCell%20id%3D%22fwTncwYS4d0H9WJJyeIJ-14%22%20parent%3D%22fwTncwYS4d0H9WJJyeIJ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-122.5%22%20y%3D%22-660%22%20as%3D%22geometry%22%20%2F%3E%0A%20%20%20%20%20%20%20%20%3C%2FmxCell%3E%0A%20%20%20%20%20%20%20%20%3CmxCell%20id%3D%22fwTncwYS4d0H9WJJyeIJ-15%22%20parent%3D%22fwTncwYS4d0H9WJJyeIJ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225%22%20y%3D%22-657.5%22%20as%3D%22geometry%22%20%2F%3E%0A%20%20%20%20%20%20%20%20%3C%2FmxCell%3E%0A%20%20%20%20%20%20%20%20%3CmxCell%20id%3D%22fwTncwYS4d0H9WJJyeIJ-16%22%20parent%3D%22fwTncwYS4d0H9WJJyeIJ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2230%22%20y%3D%22-660%22%20as%3D%22geometry%22%20%2F%3E%0A%20%20%20%20%20%20%20%20%3C%2FmxCell%3E%0A%20%20%20%20%20%20%20%20%3CmxCell%20id%3D%22fwTncwYS4d0H9WJJyeIJ-17%22%20parent%3D%22fwTncwYS4d0H9WJJyeIJ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-92.5%22%20y%3D%22-660%22%20as%3D%22geometry%22%20%2F%3E%0A%20%20%20%20%20%20%20%20%3C%2FmxCell%3E%0A%20%20%20%20%20%20%20%20%3CmxCell%20id%3D%22fwTncwYS4d0H9WJJyeIJ-18%22%20parent%3D%22fwTncwYS4d0H9WJJyeIJ-1%22%20style%3D%22text%3Bhtml%3D1%3BwhiteSpace%3Dwrap%3BstrokeColor%3Dnone%3BfillColor%3Dnone%3Balign%3Dcenter%3BverticalAlign%3Dmiddle%3Brounded%3D0%3B%22%20value%3D%22WF-05%20%2F%20About%20Us%22%20vertex%3D%221%22%3E%0A%20%20%20%20%20%20%20%20%20%20%3CmxGeometry%20height%3D%2230%22%20width%3D%22240%22%20x%3D%22-1050%22%20y%3D%22-657.5%22%20as%3D%22geometry%22%20%2F%3E%0A%20%20%20%20%20%20%20%20%3C%2FmxCell%3E%0A%20%20%20%20%20%20%20%20%3CmxCell%20id%3D%22fwTncwYS4d0H9WJJyeIJ-19%22%20edge%3D%221%22%20parent%3D%22fwTncwYS4d0H9WJJyeIJ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-470%22%20y%3D%22-780%22%20as%3D%22sourcePoint%22%20%2F%3E%0A%20%20%20%20%20%20%20%20%20%20%20%20%3CmxPoint%20x%3D%22-470%22%20y%3D%22-780%22%20as%3D%22targetPoint%22%20%2F%3E%0A%20%20%20%20%20%20%20%20%20%20%3C%2FmxGeometry%3E%0A%20%20%20%20%20%20%20%20%3C%2FmxCell%3E%0A%20%20%20%20%20%20%20%20%3CmxCell%20id%3D%22NhbRTXyfQMH15q67AVEO-0%22%20parent%3D%22fwTncwYS4d0H9WJJyeIJ-1%22%20style%3D%22rounded%3D0%3BwhiteSpace%3Dwrap%3Bhtml%3D1%3B%22%20value%3D%22Service%205%22%20vertex%3D%221%22%3E%0A%20%20%20%20%20%20%20%20%20%20%3CmxGeometry%20height%3D%2260%22%20width%3D%22290%22%20x%3D%22-770%22%20y%3D%22-750%22%20as%3D%22geometry%22%20%2F%3E%0A%20%20%20%20%20%20%20%20%3C%2FmxCell%3E%0A%20%20%20%20%20%20%20%20%3CmxCell%20id%3D%22NhbRTXyfQMH15q67AVEO-1%22%20parent%3D%22fwTncwYS4d0H9WJJyeIJ-1%22%20style%3D%22rounded%3D0%3BwhiteSpace%3Dwrap%3Bhtml%3D1%3B%22%20value%3D%22Service%204%22%20vertex%3D%221%22%3E%0A%20%20%20%20%20%20%20%20%20%20%3CmxGeometry%20height%3D%2260%22%20width%3D%22290%22%20x%3D%22-1080%22%20y%3D%22-746%22%20as%3D%22geometry%22%20%2F%3E%0A%20%20%20%20%20%20%20%20%3C%2FmxCell%3E%0A%20%20%20%20%20%20%20%20%3CmxCell%20id%3D%22NhbRTXyfQMH15q67AVEO-3%22%20parent%3D%22fwTncwYS4d0H9WJJyeIJ-1%22%20style%3D%22rounded%3D0%3BwhiteSpace%3Dwrap%3Bhtml%3D1%3B%22%20value%3D%22Service%201%22%20vertex%3D%221%22%3E%0A%20%20%20%20%20%20%20%20%20%20%3CmxGeometry%20height%3D%2260%22%20width%3D%22290%22%20x%3D%22-1080%22%20y%3D%22-850%22%20as%3D%22geometry%22%20%2F%3E%0A%20%20%20%20%20%20%20%20%3C%2FmxCell%3E%0A%20%20%20%20%20%20%20%20%3CmxCell%20id%3D%22NhbRTXyfQMH15q67AVEO-5%22%20parent%3D%22fwTncwYS4d0H9WJJyeIJ-1%22%20style%3D%22rounded%3D0%3BwhiteSpace%3Dwrap%3Bhtml%3D1%3B%22%20value%3D%22Service%202%22%20vertex%3D%221%22%3E%0A%20%20%20%20%20%20%20%20%20%20%3CmxGeometry%20height%3D%2260%22%20width%3D%22290%22%20x%3D%22-770%22%20y%3D%22-850%22%20as%3D%22geometry%22%20%2F%3E%0A%20%20%20%20%20%20%20%20%3C%2FmxCell%3E%0A%20%20%20%20%20%20%20%20%3CmxCell%20id%3D%22NhbRTXyfQMH15q67AVEO-7%22%20parent%3D%22fwTncwYS4d0H9WJJyeIJ-1%22%20style%3D%22rounded%3D0%3BwhiteSpace%3Dwrap%3Bhtml%3D1%3B%22%20value%3D%22Service%203%22%20vertex%3D%221%22%3E%0A%20%20%20%20%20%20%20%20%20%20%3CmxGeometry%20height%3D%2260%22%20width%3D%22290%22%20x%3D%22-455%22%20y%3D%22-850%22%20as%3D%22geometry%22%20%2F%3E%0A%20%20%20%20%20%20%20%20%3C%2FmxCell%3E%0A%20%20%20%20%20%20%20%20%3CmxCell%20id%3D%22NhbRTXyfQMH15q67AVEO-9%22%20parent%3D%22fwTncwYS4d0H9WJJyeIJ-1%22%20style%3D%22rounded%3D0%3BwhiteSpace%3Dwrap%3Bhtml%3D1%3B%22%20value%3D%22Service%206%22%20vertex%3D%221%22%3E%0A%20%20%20%20%20%20%20%20%20%20%3CmxGeometry%20height%3D%2260%22%20width%3D%22290%22%20x%3D%22-460%22%20y%3D%22-756%22%20as%3D%22geometry%22%20%2F%3E%0A%20%20%20%20%20%20%20%20%3C%2FmxCell%3E%0A%20%20%20%20%20%20%20%20%3CmxCell%20id%3D%22NhbRTXyfQMH15q67AVEO-11%22%20parent%3D%22fwTncwYS4d0H9WJJyeIJ-1%22%20style%3D%22rounded%3D0%3BwhiteSpace%3Dwrap%3Bhtml%3D1%3B%22%20value%3D%22%22%20vertex%3D%221%22%3E%0A%20%20%20%20%20%20%20%20%20%20%3CmxGeometry%20height%3D%22145%22%20width%3D%22910%22%20x%3D%22-1080%22%20y%3D%22-1320%22%20as%3D%22geometry%22%20%2F%3E%0A%20%20%20%20%20%20%20%20%3C%2FmxCell%3E%0A%20%20%20%20%20%20%20%20%3CmxCell%20id%3D%22NhbRTXyfQMH15q67AVEO-12%22%20parent%3D%22fwTncwYS4d0H9WJJyeIJ-1%22%20style%3D%22rounded%3D0%3BwhiteSpace%3Dwrap%3Bhtml%3D1%3B%22%20value%3D%22%22%20vertex%3D%221%22%3E%0A%20%20%20%20%20%20%20%20%20%20%3CmxGeometry%20height%3D%22240%22%20width%3D%22390%22%20x%3D%22-1080%22%20y%3D%22-1140%22%20as%3D%22geometry%22%20%2F%3E%0A%20%20%20%20%20%20%20%20%3C%2FmxCell%3E%0A%20%20%20%20%20%20%20%20%3CmxCell%20id%3D%22NhbRTXyfQMH15q67AVEO-13%22%20parent%3D%22fwTncwYS4d0H9WJJyeIJ-1%22%20style%3D%22rounded%3D0%3BwhiteSpace%3Dwrap%3Bhtml%3D1%3B%22%20value%3D%22%22%20vertex%3D%221%22%3E%0A%20%20%20%20%20%20%20%20%20%20%3CmxGeometry%20height%3D%22240%22%20width%3D%22390%22%20x%3D%22-607.5%22%20y%3D%22-1140%22%20as%3D%22geometry%22%20%2F%3E%0A%20%20%20%20%20%20%20%20%3C%2FmxCell%3E%0A%20%20%20%20%20%20%20%20%3CmxCell%20id%3D%22NhbRTXyfQMH15q67AVEO-17%22%20parent%3D%22fwTncwYS4d0H9WJJyeIJ-1%22%20style%3D%22text%3Bhtml%3D1%3BwhiteSpace%3Dwrap%3BstrokeColor%3Dnone%3BfillColor%3Dnone%3Balign%3Dcenter%3BverticalAlign%3Dmiddle%3Brounded%3D0%3B%22%20value%3D%22%26lt%3Bspan%20style%3D%26quot%3Bfont-size%3A%2014px%3B%26quot%3B%26gt%3B%26lt%3Bb%26gt%3BAbout%20Health%26amp%3Bnbsp%3BLink%20001%26lt%3B%2Fb%26gt%3B%26lt%3B%2Fspan%26gt%3B%22%20vertex%3D%221%22%3E%0A%20%20%20%20%20%20%20%20%20%20%3CmxGeometry%20height%3D%2230%22%20width%3D%22220%22%20x%3D%22-1060%22%20y%3D%22-1305%22%20as%3D%22geometry%22%20%2F%3E%0A%20%20%20%20%20%20%20%20%3C%2FmxCell%3E%0A%20%20%20%20%20%20%20%20%3CmxCell%20id%3D%22NhbRTXyfQMH15q67AVEO-20%22%20parent%3D%22fwTncwYS4d0H9WJJyeIJ-1%22%20style%3D%22text%3Bhtml%3D1%3BwhiteSpace%3Dwrap%3BstrokeColor%3Dnone%3BfillColor%3Dnone%3Balign%3Dcenter%3BverticalAlign%3Dmiddle%3Brounded%3D0%3B%22%20value%3D%22Short%20introduction%20%26amp%3Bnbsp%3Bto%20the%20hospital%20and%20its%20values.%22%20vertex%3D%221%22%3E%0A%20%20%20%20%20%20%20%20%20%20%3CmxGeometry%20height%3D%2230%22%20width%3D%22290%22%20x%3D%22-1060%22%20y%3D%22-1240%22%20as%3D%22geometry%22%20%2F%3E%0A%20%20%20%20%20%20%20%20%3C%2FmxCell%3E%0A%20%20%20%20%20%20%20%20%3CmxCell%20id%3D%22NhbRTXyfQMH15q67AVEO-21%22%20parent%3D%22fwTncwYS4d0H9WJJyeIJ-1%22%20style%3D%22text%3Bhtml%3D1%3BwhiteSpace%3Dwrap%3BstrokeColor%3Dnone%3BfillColor%3Dnone%3Balign%3Dcenter%3BverticalAlign%3Dmiddle%3Brounded%3D0%3B%22%20value%3D%22%26lt%3Bb%26gt%3BOur%26lt%3B%2Fb%26gt%3B%20%26lt%3Bb%26gt%3BMission%26lt%3B%2Fb%26gt%3B%26lt%3Bdiv%26gt%3B%26lt%3Bbr%26gt%3B%26lt%3B%2Fdiv%26gt%3B%26lt%3Bdiv%26gt%3B%26lt%3Bbr%26gt%3B%26lt%3B%2Fdiv%26gt%3B%26lt%3Bdiv%26gt%3B%26lt%3Bbr%26gt%3B%26lt%3B%2Fdiv%26gt%3B%26lt%3Bdiv%26gt%3B%26lt%3Bbr%26gt%3B%26lt%3Bdiv%26gt%3B%26lt%3Bbr%26gt%3B%26lt%3B%2Fdiv%26gt%3B%26lt%3Bdiv%26gt%3BMission%20statements%20supplied%20by%20the%20hospital%26lt%3B%2Fdiv%26gt%3B%26lt%3B%2Fdiv%26gt%3B%22%20vertex%3D%221%22%3E%0A%20%20%20%20%20%20%20%20%20%20%3CmxGeometry%20height%3D%2230%22%20width%3D%22135%22%20x%3D%22-962%22%20y%3D%22-1002.5%22%20as%3D%22geometry%22%20%2F%3E%0A%20%20%20%20%20%20%20%20%3C%2FmxCell%3E%0A%20%20%20%20%20%20%20%20%3CmxCell%20id%3D%22NhbRTXyfQMH15q67AVEO-29%22%20parent%3D%22fwTncwYS4d0H9WJJyeIJ-1%22%20style%3D%22text%3Bhtml%3D1%3BwhiteSpace%3Dwrap%3BstrokeColor%3Dnone%3BfillColor%3Dnone%3Balign%3Dcenter%3BverticalAlign%3Dmiddle%3Brounded%3D0%3B%22%20value%3D%22Our%20Vision%26lt%3Bdiv%26gt%3B%26lt%3Bbr%26gt%3B%26lt%3B%2Fdiv%26gt%3B%26lt%3Bdiv%26gt%3B%26lt%3Bbr%26gt%3B%26lt%3B%2Fdiv%26gt%3B%26lt%3Bdiv%26gt%3B%26lt%3Bbr%26gt%3B%26lt%3B%2Fdiv%26gt%3B%26lt%3Bdiv%26gt%3B%26lt%3Bbr%26gt%3B%26lt%3B%2Fdiv%26gt%3B%26lt%3Bdiv%26gt%3B%26lt%3Bbr%26gt%3B%26lt%3B%2Fdiv%26gt%3B%26lt%3Bdiv%26gt%3B%26lt%3Bbr%26gt%3B%26lt%3B%2Fdiv%26gt%3B%26lt%3Bdiv%26gt%3B%26lt%3Bbr%26gt%3B%26lt%3Bdiv%26gt%3BVision%20statements%20supplied%20by%20the%20hospital%26lt%3B%2Fdiv%26gt%3B%26lt%3B%2Fdiv%26gt%3B%22%20vertex%3D%221%22%3E%0A%20%20%20%20%20%20%20%20%20%20%3CmxGeometry%20height%3D%2230%22%20width%3D%22135%22%20x%3D%22-480%22%20y%3D%22-1015%22%20as%3D%22geometry%22%20%2F%3E%0A%20%20%20%20%20%20%20%20%3C%2FmxCell%3E%0A%20%20%20%20%20%20%20%20%3CmxCell%20id%3D%22NhbRTXyfQMH15q67AVEO-32%22%20parent%3D%22fwTncwYS4d0H9WJJyeIJ-1%22%20style%3D%22text%3Bhtml%3D1%3BwhiteSpace%3Dwrap%3BstrokeColor%3Dnone%3BfillColor%3Dnone%3Balign%3Dcenter%3BverticalAlign%3Dmiddle%3Brounded%3D0%3B%22%20value%3D%22%26lt%3Bb%26gt%3BOur%20Service%26lt%3B%2Fb%26gt%3B%22%20vertex%3D%221%22%3E%0A%20%20%20%20%20%20%20%20%20%20%3CmxGeometry%20height%3D%2230%22%20width%3D%22182%22%20x%3D%22-1060%22%20y%3D%22-890%22%20as%3D%22geometry%22%20%2F%3E%0A%20%20%20%20%20%20%20%20%3C%2FmxCell%3E%0A%20%20%20%20%20%20%20%20%3CmxCell%20id%3D%22NhbRTXyfQMH15q67AVEO-33%22%20parent%3D%22fwTncwYS4d0H9WJJyeIJ-1%22%20style%3D%22text%3Bhtml%3D1%3BwhiteSpace%3Dwrap%3BstrokeColor%3Dnone%3BfillColor%3Dnone%3Balign%3Dcenter%3BverticalAlign%3Dmiddle%3Brounded%3D0%3B%22%20value%3D%221%20Banner%20introduces%20the%20hospital%20and%20its%20values%26lt%3Bdiv%26gt%3B%26lt%3Bbr%26gt%3B%26lt%3B%2Fdiv%26gt%3B%26lt%3Bdiv%26gt%3B%26lt%3Bbr%26gt%3B%26lt%3Bdiv%26gt%3B2%20Mission%20and%20vision%20are%20shown%20and%20viewed%20by%20a%20SME%20before%20publication.%26lt%3B%2Fdiv%26gt%3B%26lt%3Bdiv%26gt%3B%26lt%3Bbr%26gt%3B%26lt%3B%2Fdiv%26gt%3B%26lt%3Bdiv%26gt%3B%26lt%3Bbr%26gt%3B%26lt%3B%2Fdiv%26gt%3B%26lt%3Bdiv%26gt%3B3%20Services%20shown%20as%20a%20simple%20list.%26lt%3B%2Fdiv%26gt%3B%26lt%3B%2Fdiv%26gt%3B%26lt%3Bdiv%26gt%3B%26lt%3Bbr%26gt%3B%26lt%3B%2Fdiv%26gt%3B%22%20vertex%3D%221%22%3E%0A%20%20%20%20%20%20%20%20%20%20%3CmxGeometry%20height%3D%2230%22%20width%3D%22135%22%20x%3D%22-100%22%20y%3D%22-1120%22%20as%3D%22geometry%22%20%2F%3E%0A%20%20%20%20%20%20%20%20%3C%2FmxCell%3E%0A%20%20%20%20%20%20%3C%2Froot%3E%0A%20%20%20%20%3C%2FmxGraphModel%3E%0A%20%20%3C%2Fdiagram%3E%0A%20%20%3Cdiagram%20name%3D%22%20Health%20Link%20Wireframe8%22%20id%3D%22sZjmanI8eBsqb9YJA71A%22%3E%0A%20%20%20%20%3CmxGraphModel%20dx%3D%222198%22%20dy%3D%222230%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226qNEERv7824LYPZ082LG-0%22%20%2F%3E%0A%20%20%20%20%20%20%20%20%3CmxCell%20id%3D%226qNEERv7824LYPZ082LG-1%22%20parent%3D%226qNEERv7824LYPZ082LG-0%22%20%2F%3E%0A%20%20%20%20%20%20%20%20%3CmxCell%20id%3D%226qNEERv7824LYPZ082LG-2%22%20parent%3D%226qNEERv7824LYPZ082LG-1%22%20style%3D%22rounded%3D0%3BwhiteSpace%3Dwrap%3Bhtml%3D1%3B%22%20value%3D%22%22%20vertex%3D%221%22%3E%0A%20%20%20%20%20%20%20%20%20%20%3CmxGeometry%20height%3D%22910%22%20width%3D%221190%22%20x%3D%22-1110%22%20y%3D%22-1537.5%22%20as%3D%22geometry%22%20%2F%3E%0A%20%20%20%20%20%20%20%20%3C%2FmxCell%3E%0A%20%20%20%20%20%20%20%20%3CmxCell%20id%3D%226qNEERv7824LYPZ082LG-3%22%20parent%3D%226qNEERv7824LYPZ082LG-1%22%20style%3D%22rounded%3D0%3BwhiteSpace%3Dwrap%3Bhtml%3D1%3B%22%20value%3D%22%22%20vertex%3D%221%22%3E%0A%20%20%20%20%20%20%20%20%20%20%3CmxGeometry%20height%3D%2230%22%20width%3D%221190%22%20x%3D%22-1110%22%20y%3D%22-657.5%22%20as%3D%22geometry%22%20%2F%3E%0A%20%20%20%20%20%20%20%20%3C%2FmxCell%3E%0A%20%20%20%20%20%20%20%20%3CmxCell%20id%3D%226qNEERv7824LYPZ082LG-4%22%20parent%3D%226qNEERv7824LYPZ082LG-1%22%20style%3D%22rounded%3D0%3BwhiteSpace%3Dwrap%3Bhtml%3D1%3Bdirection%3Dsouth%3B%22%20value%3D%22%22%20vertex%3D%221%22%3E%0A%20%20%20%20%20%20%20%20%20%20%3CmxGeometry%20height%3D%22620%22%20width%3D%22210%22%20x%3D%22-160%22%20y%3D%22-1327.5%22%20as%3D%22geometry%22%20%2F%3E%0A%20%20%20%20%20%20%20%20%3C%2FmxCell%3E%0A%20%20%20%20%20%20%20%20%3CmxCell%20id%3D%226qNEERv7824LYPZ082LG-5%22%20parent%3D%226qNEERv7824LYPZ082LG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22120%22%20x%3D%22-1090%22%20y%3D%22-1480%22%20as%3D%22geometry%22%20%2F%3E%0A%20%20%20%20%20%20%20%20%3C%2FmxCell%3E%0A%20%20%20%20%20%20%20%20%3CmxCell%20id%3D%226qNEERv7824LYPZ082LG-6%22%20parent%3D%226qNEERv7824LYPZ082LG-1%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-695.5%22%20y%3D%22-1480%22%20as%3D%22geometry%22%20%2F%3E%0A%20%20%20%20%20%20%20%20%3C%2FmxCell%3E%0A%20%20%20%20%20%20%20%20%3CmxCell%20id%3D%226qNEERv7824LYPZ082LG-7%22%20parent%3D%226qNEERv7824LYPZ082LG-1%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-510%22%20y%3D%22-1480%22%20as%3D%22geometry%22%20%2F%3E%0A%20%20%20%20%20%20%20%20%3C%2FmxCell%3E%0A%20%20%20%20%20%20%20%20%3CmxCell%20id%3D%226qNEERv7824LYPZ082LG-8%22%20parent%3D%226qNEERv7824LYPZ082LG-1%22%20style%3D%22text%3Bhtml%3D1%3BwhiteSpace%3Dwrap%3BstrokeColor%3Dnone%3BfillColor%3Dnone%3Balign%3Dcenter%3BverticalAlign%3Dmiddle%3Brounded%3D0%3B%22%20value%3D%22%26lt%3Bb%26gt%3BPharmacy%26lt%3B%2Fb%26gt%3B%22%20vertex%3D%221%22%3E%0A%20%20%20%20%20%20%20%20%20%20%3CmxGeometry%20height%3D%2230%22%20width%3D%2290%22%20x%3D%22-370%22%20y%3D%22-1480%22%20as%3D%22geometry%22%20%2F%3E%0A%20%20%20%20%20%20%20%20%3C%2FmxCell%3E%0A%20%20%20%20%20%20%20%20%3CmxCell%20id%3D%226qNEERv7824LYPZ082LG-9%22%20parent%3D%226qNEERv7824LYPZ082LG-1%22%20style%3D%22text%3Bhtml%3D1%3BwhiteSpace%3Dwrap%3BstrokeColor%3Dnone%3BfillColor%3Dnone%3Balign%3Dcenter%3BverticalAlign%3Dmiddle%3Brounded%3D0%3B%22%20value%3D%22%26lt%3Bb%26gt%3BContact%20Us%26lt%3B%2Fb%26gt%3B%22%20vertex%3D%221%22%3E%0A%20%20%20%20%20%20%20%20%20%20%3CmxGeometry%20height%3D%2230%22%20width%3D%2290%22%20x%3D%22-240%22%20y%3D%22-1480%22%20as%3D%22geometry%22%20%2F%3E%0A%20%20%20%20%20%20%20%20%3C%2FmxCell%3E%0A%20%20%20%20%20%20%20%20%3CmxCell%20id%3D%226qNEERv7824LYPZ082LG-10%22%20parent%3D%226qNEERv7824LYPZ082LG-1%22%20style%3D%22text%3Bhtml%3D1%3BwhiteSpace%3Dwrap%3BstrokeColor%3Dnone%3BfillColor%3Dnone%3Balign%3Dcenter%3BverticalAlign%3Dmiddle%3Brounded%3D0%3B%22%20value%3D%22My%20Account%22%20vertex%3D%221%22%3E%0A%20%20%20%20%20%20%20%20%20%20%3CmxGeometry%20height%3D%2250%22%20width%3D%2290%22%20x%3D%22-77.5%22%20y%3D%22-1490%22%20as%3D%22geometry%22%20%2F%3E%0A%20%20%20%20%20%20%20%20%3C%2FmxCell%3E%0A%20%20%20%20%20%20%20%20%3CmxCell%20id%3D%226qNEERv7824LYPZ082LG-11%22%20parent%3D%226qNEERv7824LYPZ082LG-1%22%20style%3D%22text%3Bhtml%3D1%3BwhiteSpace%3Dwrap%3BstrokeColor%3Dnone%3BfillColor%3Dnone%3Balign%3Dcenter%3BverticalAlign%3Dmiddle%3Brounded%3D0%3B%22%20value%3D%22%26lt%3Bb%26gt%3BAnnotations%26lt%3B%2Fb%26gt%3B%22%20vertex%3D%221%22%3E%0A%20%20%20%20%20%20%20%20%20%20%3CmxGeometry%20height%3D%2230%22%20width%3D%2260%22%20x%3D%22-110%22%20y%3D%22-1305%22%20as%3D%22geometry%22%20%2F%3E%0A%20%20%20%20%20%20%20%20%3C%2FmxCell%3E%0A%20%20%20%20%20%20%20%20%3CmxCell%20id%3D%226qNEERv7824LYPZ082LG-12%22%20parent%3D%226qNEERv7824LYPZ082LG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-180%22%20y%3D%22-660%22%20as%3D%22geometry%22%20%2F%3E%0A%20%20%20%20%20%20%20%20%3C%2FmxCell%3E%0A%20%20%20%20%20%20%20%20%3CmxCell%20id%3D%226qNEERv7824LYPZ082LG-13%22%20parent%3D%226qNEERv7824LYPZ082LG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-122.5%22%20y%3D%22-660%22%20as%3D%22geometry%22%20%2F%3E%0A%20%20%20%20%20%20%20%20%3C%2FmxCell%3E%0A%20%20%20%20%20%20%20%20%3CmxCell%20id%3D%226qNEERv7824LYPZ082LG-14%22%20parent%3D%226qNEERv7824LYPZ082LG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225%22%20y%3D%22-657.5%22%20as%3D%22geometry%22%20%2F%3E%0A%20%20%20%20%20%20%20%20%3C%2FmxCell%3E%0A%20%20%20%20%20%20%20%20%3CmxCell%20id%3D%226qNEERv7824LYPZ082LG-15%22%20parent%3D%226qNEERv7824LYPZ082LG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2230%22%20y%3D%22-660%22%20as%3D%22geometry%22%20%2F%3E%0A%20%20%20%20%20%20%20%20%3C%2FmxCell%3E%0A%20%20%20%20%20%20%20%20%3CmxCell%20id%3D%226qNEERv7824LYPZ082LG-16%22%20parent%3D%226qNEERv7824LYPZ082LG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-92.5%22%20y%3D%22-660%22%20as%3D%22geometry%22%20%2F%3E%0A%20%20%20%20%20%20%20%20%3C%2FmxCell%3E%0A%20%20%20%20%20%20%20%20%3CmxCell%20id%3D%226qNEERv7824LYPZ082LG-17%22%20parent%3D%226qNEERv7824LYPZ082LG-1%22%20style%3D%22text%3Bhtml%3D1%3BwhiteSpace%3Dwrap%3BstrokeColor%3Dnone%3BfillColor%3Dnone%3Balign%3Dcenter%3BverticalAlign%3Dmiddle%3Brounded%3D0%3B%22%20value%3D%22WF-06%20%2F%20Pharmacy%20view%20products%22%20vertex%3D%221%22%3E%0A%20%20%20%20%20%20%20%20%20%20%3CmxGeometry%20height%3D%2230%22%20width%3D%22240%22%20x%3D%22-1050%22%20y%3D%22-657.5%22%20as%3D%22geometry%22%20%2F%3E%0A%20%20%20%20%20%20%20%20%3C%2FmxCell%3E%0A%20%20%20%20%20%20%20%20%3CmxCell%20id%3D%226qNEERv7824LYPZ082LG-18%22%20edge%3D%221%22%20parent%3D%226qNEERv7824LYPZ082LG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-470%22%20y%3D%22-780%22%20as%3D%22sourcePoint%22%20%2F%3E%0A%20%20%20%20%20%20%20%20%20%20%20%20%3CmxPoint%20x%3D%22-470%22%20y%3D%22-780%22%20as%3D%22targetPoint%22%20%2F%3E%0A%20%20%20%20%20%20%20%20%20%20%3C%2FmxGeometry%3E%0A%20%20%20%20%20%20%20%20%3C%2FmxCell%3E%0A%20%20%20%20%20%20%20%20%3CmxCell%20id%3D%226qNEERv7824LYPZ082LG-26%22%20parent%3D%226qNEERv7824LYPZ082LG-1%22%20style%3D%22rounded%3D0%3BwhiteSpace%3Dwrap%3Bhtml%3D1%3Bdirection%3Dsouth%3B%22%20value%3D%22%22%20vertex%3D%221%22%3E%0A%20%20%20%20%20%20%20%20%20%20%3CmxGeometry%20height%3D%22570%22%20width%3D%22250%22%20x%3D%22-1075%22%20y%3D%22-1320%22%20as%3D%22geometry%22%20%2F%3E%0A%20%20%20%20%20%20%20%20%3C%2FmxCell%3E%0A%20%20%20%20%20%20%20%20%3CmxCell%20id%3D%226qNEERv7824LYPZ082LG-27%22%20parent%3D%226qNEERv7824LYPZ082LG-1%22%20style%3D%22rounded%3D0%3BwhiteSpace%3Dwrap%3Bhtml%3D1%3Bdirection%3Dsouth%3B%22%20value%3D%22%22%20vertex%3D%221%22%3E%0A%20%20%20%20%20%20%20%20%20%20%3CmxGeometry%20height%3D%22585%22%20width%3D%22240%22%20x%3D%22-445%22%20y%3D%22-1327.5%22%20as%3D%22geometry%22%20%2F%3E%0A%20%20%20%20%20%20%20%20%3C%2FmxCell%3E%0A%20%20%20%20%20%20%20%20%3CmxCell%20id%3D%226qNEERv7824LYPZ082LG-29%22%20parent%3D%226qNEERv7824LYPZ082LG-1%22%20style%3D%22text%3Bhtml%3D1%3BwhiteSpace%3Dwrap%3BstrokeColor%3Dnone%3BfillColor%3Dnone%3Balign%3Dcenter%3BverticalAlign%3Dmiddle%3Brounded%3D0%3B%22%20value%3D%22%26lt%3Bfont%20style%3D%26quot%3Bfont-size%3A%2014px%3B%26quot%3B%26gt%3B%26lt%3Bb%26gt%3BPharmacy%26lt%3B%2Fb%26gt%3B%26lt%3B%2Ffont%26gt%3B%22%20vertex%3D%221%22%3E%0A%20%20%20%20%20%20%20%20%20%20%3CmxGeometry%20height%3D%2230%22%20width%3D%22290%22%20x%3D%22-1039.5%22%20y%3D%22-1432%22%20as%3D%22geometry%22%20%2F%3E%0A%20%20%20%20%20%20%20%20%3C%2FmxCell%3E%0A%20%20%20%20%20%20%20%20%3CmxCell%20id%3D%226qNEERv7824LYPZ082LG-33%22%20parent%3D%226qNEERv7824LYPZ082LG-1%22%20style%3D%22text%3Bhtml%3D1%3BwhiteSpace%3Dwrap%3BstrokeColor%3Dnone%3BfillColor%3Dnone%3Balign%3Dcenter%3BverticalAlign%3Dmiddle%3Brounded%3D0%3B%22%20value%3D%22%26lt%3Bdiv%26gt%3B1%20Search%20%26amp%3Bnbsp%3Band%20category%20filter%20help%20patients%20find%20eligible%20medical%20product%26lt%3B%2Fdiv%26gt%3B%26lt%3Bdiv%26gt%3B%26lt%3Bbr%26gt%3B%26lt%3B%2Fdiv%26gt%3B%26lt%3Bdiv%26gt%3B2%20E%20ate%20product%20clearly%20shows%20wether%20a%20prescription%20is%20required%26lt%3B%2Fdiv%26gt%3B%26lt%3Bdiv%26gt%3B%26lt%3Bbr%26gt%3B%26lt%3B%2Fdiv%26gt%3B%26lt%3Bdiv%26gt%3B3%20view%20products%20opens%20the%20product%20page%20\(WF-07\)%26lt%3B%2Fdiv%26gt%3B%22%20vertex%3D%221%22%3E%0A%20%20%20%20%20%20%20%20%20%20%3CmxGeometry%20height%3D%22173.25%22%20width%3D%22185%22%20x%3D%22-147.5%22%20y%3D%22-1242.88%22%20as%3D%22geometry%22%20%2F%3E%0A%20%20%20%20%20%20%20%20%3C%2FmxCell%3E%0A%20%20%20%20%20%20%20%20%3CmxCell%20id%3D%22DC0Lq5J6TB54bwcDu1iQ-3%22%20parent%3D%226qNEERv7824LYPZ082LG-1%22%20style%3D%22rounded%3D0%3BwhiteSpace%3Dwrap%3Bhtml%3D1%3Bdirection%3Dsouth%3B%22%20value%3D%22%22%20vertex%3D%221%22%3E%0A%20%20%20%20%20%20%20%20%20%20%3CmxGeometry%20height%3D%22585%22%20width%3D%22240%22%20x%3D%22-740%22%20y%3D%22-1320%22%20as%3D%22geometry%22%20%2F%3E%0A%20%20%20%20%20%20%20%20%3C%2FmxCell%3E%0A%20%20%20%20%20%20%20%20%3CmxCell%20id%3D%22DC0Lq5J6TB54bwcDu1iQ-16%22%20parent%3D%226qNEERv7824LYPZ082LG-1%22%20style%3D%22rounded%3D0%3BwhiteSpace%3Dwrap%3Bhtml%3D1%3BfillColor%3Dnone%3B%22%20value%3D%22prescription%20required%22%20vertex%3D%221%22%3E%0A%20%20%20%20%20%20%20%20%20%20%3CmxGeometry%20height%3D%2260%22%20width%3D%22160%22%20x%3D%22-1059.5%22%20y%3D%22-940%22%20as%3D%22geometry%22%20%2F%3E%0A%20%20%20%20%20%20%20%20%3C%2FmxCell%3E%0A%20%20%20%20%20%20%20%20%3CmxCell%20id%3D%22DC0Lq5J6TB54bwcDu1iQ-18%22%20parent%3D%226qNEERv7824LYPZ082LG-1%22%20style%3D%22rounded%3D0%3BwhiteSpace%3Dwrap%3Bhtml%3D1%3BfillColor%3Dnone%3B%22%20value%3D%22no%20%26amp%3Bnbsp%3Bprescription%20required%22%20vertex%3D%221%22%3E%0A%20%20%20%20%20%20%20%20%20%20%3CmxGeometry%20height%3D%2260%22%20width%3D%22160%22%20x%3D%22-720%22%20y%3D%22-940%22%20as%3D%22geometry%22%20%2F%3E%0A%20%20%20%20%20%20%20%20%3C%2FmxCell%3E%0A%20%20%20%20%20%20%20%20%3CmxCell%20id%3D%22DC0Lq5J6TB54bwcDu1iQ-20%22%20parent%3D%226qNEERv7824LYPZ082LG-1%22%20style%3D%22rounded%3D0%3BwhiteSpace%3Dwrap%3Bhtml%3D1%3BfillColor%3Dnone%3B%22%20value%3D%22prescription%20required%22%20vertex%3D%221%22%3E%0A%20%20%20%20%20%20%20%20%20%20%3CmxGeometry%20height%3D%2260%22%20width%3D%22160%22%20x%3D%22-405%22%20y%3D%22-940%22%20as%3D%22geometry%22%20%2F%3E%0A%20%20%20%20%20%20%20%20%3C%2FmxCell%3E%0A%20%20%20%20%20%20%20%20%3CmxCell%20id%3D%22DC0Lq5J6TB54bwcDu1iQ-23%22%20parent%3D%226qNEERv7824LYPZ082LG-1%22%20style%3D%22text%3Bhtml%3D1%3BwhiteSpace%3Dwrap%3BstrokeColor%3Dnone%3BfillColor%3Dnone%3Balign%3Dcenter%3BverticalAlign%3Dmiddle%3Brounded%3D0%3B%22%20value%3D%22short%20prescription%22%20vertex%3D%221%22%3E%0A%20%20%20%20%20%20%20%20%20%20%3CmxGeometry%20height%3D%2230%22%20width%3D%22120%22%20x%3D%22-1050%22%20y%3D%22-990%22%20as%3D%22geometry%22%20%2F%3E%0A%20%20%20%20%20%20%20%20%3C%2FmxCell%3E%0A%20%20%20%20%20%20%20%20%3CmxCell%20id%3D%22DC0Lq5J6TB54bwcDu1iQ-24%22%20parent%3D%226qNEERv7824LYPZ082LG-1%22%20style%3D%22text%3Bhtml%3D1%3BwhiteSpace%3Dwrap%3BstrokeColor%3Dnone%3BfillColor%3Dnone%3Balign%3Dcenter%3BverticalAlign%3Dmiddle%3Brounded%3D0%3B%22%20value%3D%22short%20prescription%22%20vertex%3D%221%22%3E%0A%20%20%20%20%20%20%20%20%20%20%3CmxGeometry%20height%3D%2230%22%20width%3D%22150%22%20x%3D%22-730%22%20y%3D%22-980%22%20as%3D%22geometry%22%20%2F%3E%0A%20%20%20%20%20%20%20%20%3C%2FmxCell%3E%0A%20%20%20%20%20%20%20%20%3CmxCell%20id%3D%22DC0Lq5J6TB54bwcDu1iQ-25%22%20parent%3D%226qNEERv7824LYPZ082LG-1%22%20style%3D%22text%3Bhtml%3D1%3BwhiteSpace%3Dwrap%3BstrokeColor%3Dnone%3BfillColor%3Dnone%3Balign%3Dcenter%3BverticalAlign%3Dmiddle%3Brounded%3D0%3B%22%20value%3D%22short%20prescription%22%20vertex%3D%221%22%3E%0A%20%20%20%20%20%20%20%20%20%20%3CmxGeometry%20height%3D%2230%22%20width%3D%22135%22%20x%3D%22-415%22%20y%3D%22-980%22%20as%3D%22geometry%22%20%2F%3E%0A%20%20%20%20%20%20%20%20%3C%2FmxCell%3E%0A%20%20%20%20%20%20%20%20%3CmxCell%20id%3D%22DC0Lq5J6TB54bwcDu1iQ-26%22%20parent%3D%226qNEERv7824LYPZ082LG-1%22%20style%3D%22text%3Bhtml%3D1%3BwhiteSpace%3Dwrap%3BstrokeColor%3Dnone%3BfillColor%3Dnone%3Balign%3Dcenter%3BverticalAlign%3Dmiddle%3Brounded%3D0%3B%22%20value%3D%22%26lt%3Bb%26gt%3Bproduct%20name%203%26lt%3B%2Fb%26gt%3B%22%20vertex%3D%221%22%3E%0A%20%20%20%20%20%20%20%20%20%20%3CmxGeometry%20height%3D%2230%22%20width%3D%22135%22%20x%3D%22-405%22%20y%3D%22-1020%22%20as%3D%22geometry%22%20%2F%3E%0A%20%20%20%20%20%20%20%20%3C%2FmxCell%3E%0A%20%20%20%20%20%20%20%20%3CmxCell%20id%3D%22DC0Lq5J6TB54bwcDu1iQ-29%22%20parent%3D%226qNEERv7824LYPZ082LG-1%22%20style%3D%22text%3Bhtml%3D1%3BwhiteSpace%3Dwrap%3BstrokeColor%3Dnone%3BfillColor%3Dnone%3Balign%3Dcenter%3BverticalAlign%3Dmiddle%3Brounded%3D0%3B%22%20value%3D%22%26lt%3Bb%26gt%3Bproduct%20name%202%26lt%3B%2Fb%26gt%3B%22%20vertex%3D%221%22%3E%0A%20%20%20%20%20%20%20%20%20%20%3CmxGeometry%20height%3D%2230%22%20width%3D%22135%22%20x%3D%22-740%22%20y%3D%22-1025%22%20as%3D%22geometry%22%20%2F%3E%0A%20%20%20%20%20%20%20%20%3C%2FmxCell%3E%0A%20%20%20%20%20%20%20%20%3CmxCell%20id%3D%22DC0Lq5J6TB54bwcDu1iQ-30%22%20parent%3D%226qNEERv7824LYPZ082LG-1%22%20style%3D%22text%3Bhtml%3D1%3BwhiteSpace%3Dwrap%3BstrokeColor%3Dnone%3BfillColor%3Dnone%3Balign%3Dcenter%3BverticalAlign%3Dmiddle%3Brounded%3D0%3B%22%20value%3D%22%26lt%3Bb%26gt%3Bproduct%20name%201%26lt%3B%2Fb%26gt%3B%22%20vertex%3D%221%22%3E%0A%20%20%20%20%20%20%20%20%20%20%3CmxGeometry%20height%3D%2230%22%20width%3D%22129.5%22%20x%3D%22-1059.5%22%20y%3D%22-1025%22%20as%3D%22geometry%22%20%2F%3E%0A%20%20%20%20%20%20%20%20%3C%2FmxCell%3E%0A%20%20%20%20%20%20%20%20%3CmxCell%20id%3D%22DC0Lq5J6TB54bwcDu1iQ-33%22%20parent%3D%226qNEERv7824LYPZ082LG-1%22%20style%3D%22rounded%3D0%3BwhiteSpace%3Dwrap%3Bhtml%3D1%3BfillColor%3D%23b1ddf0%3BstrokeColor%3D%2310739e%3B%22%20value%3D%22view%20product%22%20vertex%3D%221%22%3E%0A%20%20%20%20%20%20%20%20%20%20%3CmxGeometry%20height%3D%2260%22%20width%3D%22230%22%20x%3D%22-435%22%20y%3D%22-820%22%20as%3D%22geometry%22%20%2F%3E%0A%20%20%20%20%20%20%20%20%3C%2FmxCell%3E%0A%20%20%20%20%20%20%20%20%3CmxCell%20id%3D%22DC0Lq5J6TB54bwcDu1iQ-34%22%20parent%3D%226qNEERv7824LYPZ082LG-1%22%20style%3D%22rounded%3D0%3BwhiteSpace%3Dwrap%3Bhtml%3D1%3BfillColor%3D%23b1ddf0%3BstrokeColor%3D%2310739e%3B%22%20value%3D%22view%20product%22%20vertex%3D%221%22%3E%0A%20%20%20%20%20%20%20%20%20%20%3CmxGeometry%20height%3D%2260%22%20width%3D%22230%22%20x%3D%22-737%22%20y%3D%22-810%22%20as%3D%22geometry%22%20%2F%3E%0A%20%20%20%20%20%20%20%20%3C%2FmxCell%3E%0A%20%20%20%20%20%20%20%20%3CmxCell%20id%3D%22DC0Lq5J6TB54bwcDu1iQ-36%22%20parent%3D%226qNEERv7824LYPZ082LG-1%22%20style%3D%22rounded%3D0%3BwhiteSpace%3Dwrap%3Bhtml%3D1%3BfillColor%3D%23b1ddf0%3BstrokeColor%3D%2310739e%3B%22%20value%3D%22view%20product%22%20vertex%3D%221%22%3E%0A%20%20%20%20%20%20%20%20%20%20%3CmxGeometry%20height%3D%2260%22%20width%3D%22230%22%20x%3D%22-1065%22%20y%3D%22-820%22%20as%3D%22geometry%22%20%2F%3E%0A%20%20%20%20%20%20%20%20%3C%2FmxCell%3E%0A%20%20%20%20%20%20%20%20%3CmxCell%20id%3D%22DC0Lq5J6TB54bwcDu1iQ-39%22%20parent%3D%226qNEERv7824LYPZ082LG-1%22%20style%3D%22html%3D1%3Bshadow%3D0%3Bshape%3Dmxgraph.bootstrap.rrect%3BrSize%3D5%3BstrokeColor%3D%23505050%3BstrokeWidth%3D1%3BfillColor%3D%23ffffff%3BfontColor%3D%23777777%3BwhiteSpace%3Dwrap%3Balign%3Dleft%3BverticalAlign%3Dmiddle%3BfontStyle%3D0%3BfontSize%3D14%3BspacingRight%3D0%3Bspacing%3D17%3B%22%20value%3D%22%26lt%3Bb%26gt%3BSearch%20product%26lt%3B%2Fb%26gt%3B%22%20vertex%3D%221%22%3E%0A%20%20%20%20%20%20%20%20%20%20%3CmxGeometry%20height%3D%2240%22%20width%3D%22565.5%22%20x%3D%22-1065.5%22%20y%3D%22-1381%22%20as%3D%22geometry%22%20%2F%3E%0A%20%20%20%20%20%20%20%20%3C%2FmxCell%3E%0A%20%20%20%20%20%20%20%20%3CmxCell%20id%3D%22DC0Lq5J6TB54bwcDu1iQ-40%22%20parent%3D%22DC0Lq5J6TB54bwcDu1iQ-39%22%20style%3D%22shape%3Dtriangle%3Bdirection%3Dsouth%3BfillColor%3D%23495057%3BstrokeColor%3Dnone%3Bperimeter%3Dnone%3B%22%20value%3D%22%22%20vertex%3D%221%22%3E%0A%20%20%20%20%20%20%20%20%20%20%3CmxGeometry%20height%3D%225%22%20relative%3D%221%22%20width%3D%2210%22%20x%3D%221%22%20y%3D%220.5%22%20as%3D%22geometry%22%3E%0A%20%20%20%20%20%20%20%20%20%20%20%20%3CmxPoint%20x%3D%22-17%22%20y%3D%22-2.5%22%20as%3D%22offset%22%20%2F%3E%0A%20%20%20%20%20%20%20%20%20%20%3C%2FmxGeometry%3E%0A%20%20%20%20%20%20%20%20%3C%2FmxCell%3E%0A%20%20%20%20%20%20%20%20%3CmxCell%20id%3D%22DC0Lq5J6TB54bwcDu1iQ-41%22%20parent%3D%226qNEERv7824LYPZ082LG-1%22%20style%3D%22rounded%3D0%3BwhiteSpace%3Dwrap%3Bhtml%3D1%3B%22%20value%3D%22All%20categories%22%20vertex%3D%221%22%3E%0A%20%20%20%20%20%20%20%20%20%20%3CmxGeometry%20height%3D%2260%22%20width%3D%22380%22%20x%3D%22-370%22%20y%3D%22-1395%22%20as%3D%22geometry%22%20%2F%3E%0A%20%20%20%20%20%20%20%20%3C%2FmxCell%3E%0A%20%20%20%20%20%20%20%20%3CmxCell%20id%3D%22DC0Lq5J6TB54bwcDu1iQ-45%22%20parent%3D%226qNEERv7824LYPZ082LG-1%22%20style%3D%22verticalLabelPosition%3Dbottom%3Bshadow%3D0%3Bdashed%3D0%3Balign%3Dcenter%3Bhtml%3D1%3BverticalAlign%3Dtop%3BstrokeWidth%3D1%3Bshape%3Dmxgraph.mockup.graphics.simpleIcon%3BstrokeColor%3D%23999999%3B%22%20value%3D%22%22%20vertex%3D%221%22%3E%0A%20%20%20%20%20%20%20%20%20%20%3CmxGeometry%20height%3D%22187.5%22%20width%3D%22210%22%20x%3D%22-1055%22%20y%3D%22-1250%22%20as%3D%22geometry%22%20%2F%3E%0A%20%20%20%20%20%20%20%20%3C%2FmxCell%3E%0A%20%20%20%20%20%20%20%20%3CmxCell%20id%3D%22DC0Lq5J6TB54bwcDu1iQ-51%22%20parent%3D%226qNEERv7824LYPZ082LG-1%22%20style%3D%22verticalLabelPosition%3Dbottom%3Bshadow%3D0%3Bdashed%3D0%3Balign%3Dcenter%3Bhtml%3D1%3BverticalAlign%3Dtop%3BstrokeWidth%3D1%3Bshape%3Dmxgraph.mockup.graphics.simpleIcon%3BstrokeColor%3D%23999999%3B%22%20value%3D%22%22%20vertex%3D%221%22%3E%0A%20%20%20%20%20%20%20%20%20%20%3CmxGeometry%20height%3D%22197.5%22%20width%3D%22210%22%20x%3D%22-430%22%20y%3D%22-1260%22%20as%3D%22geometry%22%20%2F%3E%0A%20%20%20%20%20%20%20%20%3C%2FmxCell%3E%0A%20%20%20%20%20%20%20%20%3CmxCell%20id%3D%22DC0Lq5J6TB54bwcDu1iQ-53%22%20parent%3D%226qNEERv7824LYPZ082LG-1%22%20style%3D%22verticalLabelPosition%3Dbottom%3Bshadow%3D0%3Bdashed%3D0%3Balign%3Dcenter%3Bhtml%3D1%3BverticalAlign%3Dtop%3BstrokeWidth%3D1%3Bshape%3Dmxgraph.mockup.graphics.simpleIcon%3BstrokeColor%3D%23999999%3B%22%20value%3D%22%22%20vertex%3D%221%22%3E%0A%20%20%20%20%20%20%20%20%20%20%3CmxGeometry%20height%3D%22187.5%22%20width%3D%22210%22%20x%3D%22-730%22%20y%3D%22-1250%22%20as%3D%22geometry%22%20%2F%3E%0A%20%20%20%20%20%20%20%20%3C%2FmxCell%3E%0A%20%20%20%20%20%20%20%20%3CmxCell%20id%3D%22DC0Lq5J6TB54bwcDu1iQ-61%22%20parent%3D%226qNEERv7824LYPZ082LG-1%22%20style%3D%22text%3Bhtml%3D1%3BwhiteSpace%3Dwrap%3BstrokeColor%3Dnone%3BfillColor%3Dnone%3Balign%3Dcenter%3BverticalAlign%3Dmiddle%3Brounded%3D0%3B%22%20value%3D%22Image%22%20vertex%3D%221%22%3E%0A%20%20%20%20%20%20%20%20%20%20%3CmxGeometry%20height%3D%2230%22%20width%3D%2260%22%20x%3D%22-980%22%20y%3D%22-1176.25%22%20as%3D%22geometry%22%20%2F%3E%0A%20%20%20%20%20%20%20%20%3C%2FmxCell%3E%0A%20%20%20%20%20%20%20%20%3CmxCell%20id%3D%22DC0Lq5J6TB54bwcDu1iQ-62%22%20parent%3D%226qNEERv7824LYPZ082LG-1%22%20style%3D%22text%3Bhtml%3D1%3BwhiteSpace%3Dwrap%3BstrokeColor%3Dnone%3BfillColor%3Dnone%3Balign%3Dcenter%3BverticalAlign%3Dmiddle%3Brounded%3D0%3B%22%20value%3D%22Image%22%20vertex%3D%221%22%3E%0A%20%20%20%20%20%20%20%20%20%20%3CmxGeometry%20height%3D%2230%22%20width%3D%2260%22%20x%3D%22-650%22%20y%3D%22-1171.26%22%20as%3D%22geometry%22%20%2F%3E%0A%20%20%20%20%20%20%20%20%3C%2FmxCell%3E%0A%20%20%20%20%20%20%20%20%3CmxCell%20id%3D%22DC0Lq5J6TB54bwcDu1iQ-63%22%20parent%3D%226qNEERv7824LYPZ082LG-1%22%20style%3D%22text%3Bhtml%3D1%3BwhiteSpace%3Dwrap%3BstrokeColor%3Dnone%3BfillColor%3Dnone%3Balign%3Dcenter%3BverticalAlign%3Dmiddle%3Brounded%3D0%3B%22%20value%3D%22Image%22%20vertex%3D%221%22%3E%0A%20%20%20%20%20%20%20%20%20%20%3CmxGeometry%20height%3D%2230%22%20width%3D%2260%22%20x%3D%22-355%22%20y%3D%22-1171.25%22%20as%3D%22geometry%22%20%2F%3E%0A%20%20%20%20%20%20%20%20%3C%2FmxCell%3E%0A%20%20%20%20%20%20%3C%2Froot%3E%0A%20%20%20%20%3C%2FmxGraphModel%3E%0A%20%20%3C%2Fdiagram%3E%0A%20%20%3Cdiagram%20name%3D%22%20Health%20Link%20Wireframe9%22%20id%3D%22z2kytRIas1oNE-cNCZIt%22%3E%0A%20%20%20%20%3CmxGraphModel%20dx%3D%222198%22%20dy%3D%222230%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c5cg2BRK3AxdJHjLLV99-0%22%20%2F%3E%0A%20%20%20%20%20%20%20%20%3CmxCell%20id%3D%22c5cg2BRK3AxdJHjLLV99-1%22%20parent%3D%22c5cg2BRK3AxdJHjLLV99-0%22%20%2F%3E%0A%20%20%20%20%20%20%20%20%3CmxCell%20id%3D%22c5cg2BRK3AxdJHjLLV99-2%22%20parent%3D%22c5cg2BRK3AxdJHjLLV99-1%22%20style%3D%22rounded%3D0%3BwhiteSpace%3Dwrap%3Bhtml%3D1%3B%22%20value%3D%22%22%20vertex%3D%221%22%3E%0A%20%20%20%20%20%20%20%20%20%20%3CmxGeometry%20height%3D%22910%22%20width%3D%221190%22%20x%3D%22-1110%22%20y%3D%22-1537.5%22%20as%3D%22geometry%22%20%2F%3E%0A%20%20%20%20%20%20%20%20%3C%2FmxCell%3E%0A%20%20%20%20%20%20%20%20%3CmxCell%20id%3D%22c5cg2BRK3AxdJHjLLV99-3%22%20parent%3D%22c5cg2BRK3AxdJHjLLV99-1%22%20style%3D%22rounded%3D0%3BwhiteSpace%3Dwrap%3Bhtml%3D1%3B%22%20value%3D%22%22%20vertex%3D%221%22%3E%0A%20%20%20%20%20%20%20%20%20%20%3CmxGeometry%20height%3D%2230%22%20width%3D%221190%22%20x%3D%22-1110%22%20y%3D%22-657.5%22%20as%3D%22geometry%22%20%2F%3E%0A%20%20%20%20%20%20%20%20%3C%2FmxCell%3E%0A%20%20%20%20%20%20%20%20%3CmxCell%20id%3D%22c5cg2BRK3AxdJHjLLV99-4%22%20parent%3D%22c5cg2BRK3AxdJHjLLV99-1%22%20style%3D%22rounded%3D0%3BwhiteSpace%3Dwrap%3Bhtml%3D1%3Bdirection%3Dsouth%3B%22%20value%3D%22%22%20vertex%3D%221%22%3E%0A%20%20%20%20%20%20%20%20%20%20%3CmxGeometry%20height%3D%22620%22%20width%3D%22210%22%20x%3D%22-160%22%20y%3D%22-1327.5%22%20as%3D%22geometry%22%20%2F%3E%0A%20%20%20%20%20%20%20%20%3C%2FmxCell%3E%0A%20%20%20%20%20%20%20%20%3CmxCell%20id%3D%22c5cg2BRK3AxdJHjLLV99-5%22%20parent%3D%22c5cg2BRK3AxdJHjLLV99-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22120%22%20x%3D%22-1090%22%20y%3D%22-1480%22%20as%3D%22geometry%22%20%2F%3E%0A%20%20%20%20%20%20%20%20%3C%2FmxCell%3E%0A%20%20%20%20%20%20%20%20%3CmxCell%20id%3D%22c5cg2BRK3AxdJHjLLV99-6%22%20parent%3D%22c5cg2BRK3AxdJHjLLV99-1%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-695.5%22%20y%3D%22-1480%22%20as%3D%22geometry%22%20%2F%3E%0A%20%20%20%20%20%20%20%20%3C%2FmxCell%3E%0A%20%20%20%20%20%20%20%20%3CmxCell%20id%3D%22c5cg2BRK3AxdJHjLLV99-7%22%20parent%3D%22c5cg2BRK3AxdJHjLLV99-1%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-510%22%20y%3D%22-1480%22%20as%3D%22geometry%22%20%2F%3E%0A%20%20%20%20%20%20%20%20%3C%2FmxCell%3E%0A%20%20%20%20%20%20%20%20%3CmxCell%20id%3D%22c5cg2BRK3AxdJHjLLV99-8%22%20parent%3D%22c5cg2BRK3AxdJHjLLV99-1%22%20style%3D%22text%3Bhtml%3D1%3BwhiteSpace%3Dwrap%3BstrokeColor%3Dnone%3BfillColor%3Dnone%3Balign%3Dcenter%3BverticalAlign%3Dmiddle%3Brounded%3D0%3B%22%20value%3D%22%26lt%3Bb%26gt%3BPharmacy%26lt%3B%2Fb%26gt%3B%22%20vertex%3D%221%22%3E%0A%20%20%20%20%20%20%20%20%20%20%3CmxGeometry%20height%3D%2230%22%20width%3D%2290%22%20x%3D%22-370%22%20y%3D%22-1480%22%20as%3D%22geometry%22%20%2F%3E%0A%20%20%20%20%20%20%20%20%3C%2FmxCell%3E%0A%20%20%20%20%20%20%20%20%3CmxCell%20id%3D%22c5cg2BRK3AxdJHjLLV99-9%22%20parent%3D%22c5cg2BRK3AxdJHjLLV99-1%22%20style%3D%22text%3Bhtml%3D1%3BwhiteSpace%3Dwrap%3BstrokeColor%3Dnone%3BfillColor%3Dnone%3Balign%3Dcenter%3BverticalAlign%3Dmiddle%3Brounded%3D0%3B%22%20value%3D%22%26lt%3Bb%26gt%3BContact%20Us%26lt%3B%2Fb%26gt%3B%22%20vertex%3D%221%22%3E%0A%20%20%20%20%20%20%20%20%20%20%3CmxGeometry%20height%3D%2230%22%20width%3D%2290%22%20x%3D%22-240%22%20y%3D%22-1480%22%20as%3D%22geometry%22%20%2F%3E%0A%20%20%20%20%20%20%20%20%3C%2FmxCell%3E%0A%20%20%20%20%20%20%20%20%3CmxCell%20id%3D%22c5cg2BRK3AxdJHjLLV99-10%22%20parent%3D%22c5cg2BRK3AxdJHjLLV99-1%22%20style%3D%22text%3Bhtml%3D1%3BwhiteSpace%3Dwrap%3BstrokeColor%3Dnone%3BfillColor%3Dnone%3Balign%3Dcenter%3BverticalAlign%3Dmiddle%3Brounded%3D0%3B%22%20value%3D%22My%20Account%22%20vertex%3D%221%22%3E%0A%20%20%20%20%20%20%20%20%20%20%3CmxGeometry%20height%3D%2250%22%20width%3D%2290%22%20x%3D%22-77.5%22%20y%3D%22-1490%22%20as%3D%22geometry%22%20%2F%3E%0A%20%20%20%20%20%20%20%20%3C%2FmxCell%3E%0A%20%20%20%20%20%20%20%20%3CmxCell%20id%3D%22c5cg2BRK3AxdJHjLLV99-11%22%20parent%3D%22c5cg2BRK3AxdJHjLLV99-1%22%20style%3D%22text%3Bhtml%3D1%3BwhiteSpace%3Dwrap%3BstrokeColor%3Dnone%3BfillColor%3Dnone%3Balign%3Dcenter%3BverticalAlign%3Dmiddle%3Brounded%3D0%3B%22%20value%3D%22%26lt%3Bb%26gt%3BAnnotations%26lt%3B%2Fb%26gt%3B%22%20vertex%3D%221%22%3E%0A%20%20%20%20%20%20%20%20%20%20%3CmxGeometry%20height%3D%2230%22%20width%3D%2260%22%20x%3D%22-110%22%20y%3D%22-1305%22%20as%3D%22geometry%22%20%2F%3E%0A%20%20%20%20%20%20%20%20%3C%2FmxCell%3E%0A%20%20%20%20%20%20%20%20%3CmxCell%20id%3D%22c5cg2BRK3AxdJHjLLV99-12%22%20parent%3D%22c5cg2BRK3AxdJHjLLV99-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-180%22%20y%3D%22-660%22%20as%3D%22geometry%22%20%2F%3E%0A%20%20%20%20%20%20%20%20%3C%2FmxCell%3E%0A%20%20%20%20%20%20%20%20%3CmxCell%20id%3D%22c5cg2BRK3AxdJHjLLV99-13%22%20parent%3D%22c5cg2BRK3AxdJHjLLV99-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-122.5%22%20y%3D%22-660%22%20as%3D%22geometry%22%20%2F%3E%0A%20%20%20%20%20%20%20%20%3C%2FmxCell%3E%0A%20%20%20%20%20%20%20%20%3CmxCell%20id%3D%22c5cg2BRK3AxdJHjLLV99-14%22%20parent%3D%22c5cg2BRK3AxdJHjLLV99-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225%22%20y%3D%22-657.5%22%20as%3D%22geometry%22%20%2F%3E%0A%20%20%20%20%20%20%20%20%3C%2FmxCell%3E%0A%20%20%20%20%20%20%20%20%3CmxCell%20id%3D%22c5cg2BRK3AxdJHjLLV99-15%22%20parent%3D%22c5cg2BRK3AxdJHjLLV99-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2230%22%20y%3D%22-660%22%20as%3D%22geometry%22%20%2F%3E%0A%20%20%20%20%20%20%20%20%3C%2FmxCell%3E%0A%20%20%20%20%20%20%20%20%3CmxCell%20id%3D%22c5cg2BRK3AxdJHjLLV99-16%22%20parent%3D%22c5cg2BRK3AxdJHjLLV99-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-92.5%22%20y%3D%22-660%22%20as%3D%22geometry%22%20%2F%3E%0A%20%20%20%20%20%20%20%20%3C%2FmxCell%3E%0A%20%20%20%20%20%20%20%20%3CmxCell%20id%3D%22c5cg2BRK3AxdJHjLLV99-17%22%20parent%3D%22c5cg2BRK3AxdJHjLLV99-1%22%20style%3D%22text%3Bhtml%3D1%3BwhiteSpace%3Dwrap%3BstrokeColor%3Dnone%3BfillColor%3Dnone%3Balign%3Dcenter%3BverticalAlign%3Dmiddle%3Brounded%3D0%3B%22%20value%3D%22WF-07%20%2F%20Pharmacy%20place%20an%20order%22%20vertex%3D%221%22%3E%0A%20%20%20%20%20%20%20%20%20%20%3CmxGeometry%20height%3D%2230%22%20width%3D%22240%22%20x%3D%22-1040%22%20y%3D%22-657.5%22%20as%3D%22geometry%22%20%2F%3E%0A%20%20%20%20%20%20%20%20%3C%2FmxCell%3E%0A%20%20%20%20%20%20%20%20%3CmxCell%20id%3D%22c5cg2BRK3AxdJHjLLV99-18%22%20edge%3D%221%22%20parent%3D%22c5cg2BRK3AxdJHjLLV99-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-470%22%20y%3D%22-780%22%20as%3D%22sourcePoint%22%20%2F%3E%0A%20%20%20%20%20%20%20%20%20%20%20%20%3CmxPoint%20x%3D%22-470%22%20y%3D%22-780%22%20as%3D%22targetPoint%22%20%2F%3E%0A%20%20%20%20%20%20%20%20%20%20%3C%2FmxGeometry%3E%0A%20%20%20%20%20%20%20%20%3C%2FmxCell%3E%0A%20%20%20%20%20%20%20%20%3CmxCell%20id%3D%22c5cg2BRK3AxdJHjLLV99-21%22%20parent%3D%22c5cg2BRK3AxdJHjLLV99-1%22%20style%3D%22text%3Bhtml%3D1%3BwhiteSpace%3Dwrap%3BstrokeColor%3Dnone%3BfillColor%3Dnone%3Balign%3Dcenter%3BverticalAlign%3Dmiddle%3Brounded%3D0%3B%22%20value%3D%22%26amp%3Blt%3B%26amp%3Blt%3B%20Back%20%26amp%3Bnbsp%3Bto%20products%22%20vertex%3D%221%22%3E%0A%20%20%20%20%20%20%20%20%20%20%3CmxGeometry%20height%3D%2230%22%20width%3D%22290%22%20x%3D%22-1128%22%20y%3D%22-1410%22%20as%3D%22geometry%22%20%2F%3E%0A%20%20%20%20%20%20%20%20%3C%2FmxCell%3E%0A%20%20%20%20%20%20%20%20%3CmxCell%20id%3D%22c5cg2BRK3AxdJHjLLV99-22%22%20parent%3D%22c5cg2BRK3AxdJHjLLV99-1%22%20style%3D%22text%3Bhtml%3D1%3BwhiteSpace%3Dwrap%3BstrokeColor%3Dnone%3BfillColor%3Dnone%3Balign%3Dcenter%3BverticalAlign%3Dmiddle%3Brounded%3D0%3B%22%20value%3D%221%20Product%20details%2C%20price%20and%20prescription%20requirement%20are%20shown%20together.%26lt%3Bdiv%26gt%3B%26lt%3Bbr%26gt%3B%26lt%3B%2Fdiv%26gt%3B%26lt%3Bdiv%26gt%3B2%20Restricted%20products%20shows%20a%20prescription%20notice%20before%20the%20patient%20proceeds.%26lt%3B%2Fdiv%26gt%3B%26lt%3Bdiv%26gt%3B%26lt%3Bbr%26gt%3B%26lt%3B%2Fdiv%26gt%3B%26lt%3Bdiv%26gt%3B3%20Button%20depends%20on%20the%20product.%20Sign%20out%20user%20are%20asked%20to%20sign%20in%20first%20\(Customer%20Account\)%26lt%3B%2Fdiv%26gt%3B%22%20vertex%3D%221%22%3E%0A%20%20%20%20%20%20%20%20%20%20%3CmxGeometry%20height%3D%22173.25%22%20width%3D%22185%22%20x%3D%22-147.5%22%20y%3D%22-1242.88%22%20as%3D%22geometry%22%20%2F%3E%0A%20%20%20%20%20%20%20%20%3C%2FmxCell%3E%0A%20%20%20%20%20%20%20%20%3CmxCell%20id%3D%22c5cg2BRK3AxdJHjLLV99-24%22%20parent%3D%22c5cg2BRK3AxdJHjLLV99-1%22%20style%3D%22rounded%3D0%3BwhiteSpace%3Dwrap%3Bhtml%3D1%3BfillColor%3Dnone%3B%22%20value%3D%221%22%20vertex%3D%221%22%3E%0A%20%20%20%20%20%20%20%20%20%20%3CmxGeometry%20height%3D%2260%22%20width%3D%22160%22%20x%3D%22-810%22%20y%3D%22-890%22%20as%3D%22geometry%22%20%2F%3E%0A%20%20%20%20%20%20%20%20%3C%2FmxCell%3E%0A%20%20%20%20%20%20%20%20%3CmxCell%20id%3D%22c5cg2BRK3AxdJHjLLV99-39%22%20parent%3D%22c5cg2BRK3AxdJHjLLV99-1%22%20style%3D%22verticalLabelPosition%3Dbottom%3Bshadow%3D0%3Bdashed%3D0%3Balign%3Dcenter%3Bhtml%3D1%3BverticalAlign%3Dtop%3BstrokeWidth%3D1%3Bshape%3Dmxgraph.mockup.graphics.simpleIcon%3BstrokeColor%3D%23999999%3B%22%20value%3D%22%22%20vertex%3D%221%22%3E%0A%20%20%20%20%20%20%20%20%20%20%3CmxGeometry%20height%3D%22277.5%22%20width%3D%22240%22%20x%3D%22-1090%22%20y%3D%22-1327.5%22%20as%3D%22geometry%22%20%2F%3E%0A%20%20%20%20%20%20%20%20%3C%2FmxCell%3E%0A%20%20%20%20%20%20%20%20%3CmxCell%20id%3D%22c5cg2BRK3AxdJHjLLV99-42%22%20parent%3D%22c5cg2BRK3AxdJHjLLV99-1%22%20style%3D%22text%3Bhtml%3D1%3BwhiteSpace%3Dwrap%3BstrokeColor%3Dnone%3BfillColor%3Dnone%3Balign%3Dcenter%3BverticalAlign%3Dmiddle%3Brounded%3D0%3B%22%20value%3D%22Product%20%26amp%3Bnbsp%3BImage%22%20vertex%3D%221%22%3E%0A%20%20%20%20%20%20%20%20%20%20%3CmxGeometry%20height%3D%2230%22%20width%3D%22105%22%20x%3D%22-1020%22%20y%3D%22-1190%22%20as%3D%22geometry%22%20%2F%3E%0A%20%20%20%20%20%20%20%20%3C%2FmxCell%3E%0A%20%20%20%20%20%20%20%20%3CmxCell%20id%3D%22mrCCZH49XLF0aw1yMzB_-0%22%20parent%3D%22c5cg2BRK3AxdJHjLLV99-1%22%20style%3D%22rounded%3D0%3BwhiteSpace%3Dwrap%3Bhtml%3D1%3BfillColor%3D%23b1ddf0%3BstrokeColor%3D%2310739e%3B%22%20value%3D%22Continue%20for%20prescription%20check%22%20vertex%3D%221%22%3E%0A%20%20%20%20%20%20%20%20%20%20%3CmxGeometry%20height%3D%2260%22%20width%3D%22400%22%20x%3D%22-810%22%20y%3D%22-790%22%20as%3D%22geometry%22%20%2F%3E%0A%20%20%20%20%20%20%20%20%3C%2FmxCell%3E%0A%20%20%20%20%20%20%20%20%3CmxCell%20id%3D%22mrCCZH49XLF0aw1yMzB_-1%22%20parent%3D%22c5cg2BRK3AxdJHjLLV99-1%22%20style%3D%22rounded%3D0%3BwhiteSpace%3Dwrap%3Bhtml%3D1%3B%22%20value%3D%22Prescription%20required.%20You%20will%20be%20asked%20to%20verify%20your%20prescription%20before%20this%20order%20is%20approved.%22%20vertex%3D%221%22%3E%0A%20%20%20%20%20%20%20%20%20%20%3CmxGeometry%20height%3D%22140%22%20width%3D%22610%22%20x%3D%22-820%22%20y%3D%22-1080%22%20as%3D%22geometry%22%20%2F%3E%0A%20%20%20%20%20%20%20%20%3C%2FmxCell%3E%0A%20%20%20%20%20%20%20%20%3CmxCell%20id%3D%22mrCCZH49XLF0aw1yMzB_-6%22%20parent%3D%22c5cg2BRK3AxdJHjLLV99-1%22%20style%3D%22text%3Bhtml%3D1%3BwhiteSpace%3Dwrap%3BstrokeColor%3Dnone%3BfillColor%3Dnone%3Balign%3Dcenter%3BverticalAlign%3Dmiddle%3Brounded%3D0%3B%22%20value%3D%22%26lt%3Bfont%20style%3D%26quot%3Bfont-size%3A%2014px%3B%26quot%3B%26gt%3B%26lt%3Bb%26gt%3BProduct%20name%202%26lt%3B%2Fb%26gt%3B%26lt%3B%2Ffont%26gt%3B%22%20vertex%3D%221%22%3E%0A%20%20%20%20%20%20%20%20%20%20%3CmxGeometry%20height%3D%2230%22%20width%3D%22345%22%20x%3D%22-838%22%20y%3D%22-1327.5%22%20as%3D%22geometry%22%20%2F%3E%0A%20%20%20%20%20%20%20%20%3C%2FmxCell%3E%0A%20%20%20%20%20%20%20%20%3CmxCell%20id%3D%22mrCCZH49XLF0aw1yMzB_-7%22%20parent%3D%22c5cg2BRK3AxdJHjLLV99-1%22%20style%3D%22text%3Bhtml%3D1%3BwhiteSpace%3Dwrap%3BstrokeColor%3Dnone%3BfillColor%3Dnone%3Balign%3Dcenter%3BverticalAlign%3Dmiddle%3Brounded%3D0%3B%22%20value%3D%22product%20description%20and%20usage%20information%22%20vertex%3D%221%22%3E%0A%20%20%20%20%20%20%20%20%20%20%3CmxGeometry%20height%3D%2230%22%20width%3D%22310.5%22%20x%3D%22-838%22%20y%3D%22-1242.88%22%20as%3D%22geometry%22%20%2F%3E%0A%20%20%20%20%20%20%20%20%3C%2FmxCell%3E%0A%20%20%20%20%20%20%20%20%3CmxCell%20id%3D%22mrCCZH49XLF0aw1yMzB_-10%22%20parent%3D%22c5cg2BRK3AxdJHjLLV99-1%22%20style%3D%22text%3Bhtml%3D1%3BwhiteSpace%3Dwrap%3BstrokeColor%3Dnone%3BfillColor%3Dnone%3Balign%3Dcenter%3BverticalAlign%3Dmiddle%3Brounded%3D0%3B%22%20value%3D%22%C2%A3%26lt%3Bb%26gt%3B0.00%26lt%3B%2Fb%26gt%3B%22%20vertex%3D%221%22%3E%0A%20%20%20%20%20%20%20%20%20%20%3CmxGeometry%20height%3D%2230%22%20width%3D%2260%22%20x%3D%22-810%22%20y%3D%22-1130%22%20as%3D%22geometry%22%20%2F%3E%0A%20%20%20%20%20%20%20%20%3C%2FmxCell%3E%0A%20%20%20%20%20%20%20%20%3CmxCell%20id%3D%22mrCCZH49XLF0aw1yMzB_-11%22%20edge%3D%221%22%20parent%3D%22c5cg2BRK3AxdJHjLLV99-1%22%20source%3D%22c5cg2BRK3AxdJHjLLV99-24%22%20style%3D%22edgeStyle%3DorthogonalEdgeStyle%3Brounded%3D0%3BorthogonalLoop%3D1%3BjettySize%3Dauto%3Bhtml%3D1%3BinnerLoopWaypoints%3D1%3BexitX%3D0.5%3BexitY%3D1%3BexitDx%3D0%3BexitDy%3D0%3B%22%20target%3D%22c5cg2BRK3AxdJHjLLV99-24%22%3E%0A%20%20%20%20%20%20%20%20%20%20%3CmxGeometry%20relative%3D%221%22%20as%3D%22geometry%22%20%2F%3E%0A%20%20%20%20%20%20%20%20%3C%2FmxCell%3E%0A%20%20%20%20%20%20%20%20%3CmxCell%20id%3D%22mrCCZH49XLF0aw1yMzB_-12%22%20parent%3D%22c5cg2BRK3AxdJHjLLV99-1%22%20style%3D%22text%3Bhtml%3D1%3BwhiteSpace%3Dwrap%3BstrokeColor%3Dnone%3BfillColor%3Dnone%3Balign%3Dcenter%3BverticalAlign%3Dmiddle%3Brounded%3D0%3B%22%20value%3D%22product%20with%20no%20prescription%20%26amp%3Bnbsp%3Bshows%20place%20order%20instead%22%20vertex%3D%221%22%3E%0A%20%20%20%20%20%20%20%20%20%20%3CmxGeometry%20height%3D%2230%22%20width%3D%22370%22%20x%3D%22-790%22%20y%3D%22-690%22%20as%3D%22geometry%22%20%2F%3E%0A%20%20%20%20%20%20%20%20%3C%2FmxCell%3E%0A%20%20%20%20%20%20%20%20%3CmxCell%20id%3D%22mrCCZH49XLF0aw1yMzB_-15%22%20parent%3D%22c5cg2BRK3AxdJHjLLV99-1%22%20style%3D%22text%3Bhtml%3D1%3BwhiteSpace%3Dwrap%3BstrokeColor%3Dnone%3BfillColor%3Dnone%3Balign%3Dcenter%3BverticalAlign%3Dmiddle%3Brounded%3D0%3B%22%20value%3D%22Quantity%22%20vertex%3D%221%22%3E%0A%20%20%20%20%20%20%20%20%20%20%3CmxGeometry%20height%3D%2230%22%20width%3D%22197%22%20x%3D%22-870%22%20y%3D%22-930%22%20as%3D%22geometry%22%20%2F%3E%0A%20%20%20%20%20%20%20%20%3C%2FmxCell%3E%0A%20%20%20%20%20%20%3C%2Froot%3E%0A%20%20%20%20%3C%2FmxGraphModel%3E%0A%20%20%3C%2Fdiagram%3E%0A%20%20%3Cdiagram%20name%3D%22%20Health%20Link%20Wireframe10%22%20id%3D%22NqhjORNb9IoGqhXBITT1%22%3E%0A%20%20%20%20%3CmxGraphModel%20dx%3D%222198%22%20dy%3D%222230%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DI4IiiyTv1TYj6qwofvm-0%22%20%2F%3E%0A%20%20%20%20%20%20%20%20%3CmxCell%20id%3D%22DI4IiiyTv1TYj6qwofvm-1%22%20parent%3D%22DI4IiiyTv1TYj6qwofvm-0%22%20%2F%3E%0A%20%20%20%20%20%20%20%20%3CmxCell%20id%3D%22DI4IiiyTv1TYj6qwofvm-2%22%20parent%3D%22DI4IiiyTv1TYj6qwofvm-1%22%20style%3D%22rounded%3D0%3BwhiteSpace%3Dwrap%3Bhtml%3D1%3B%22%20value%3D%22%22%20vertex%3D%221%22%3E%0A%20%20%20%20%20%20%20%20%20%20%3CmxGeometry%20height%3D%22920%22%20width%3D%221190%22%20x%3D%22-1110%22%20y%3D%22-1550%22%20as%3D%22geometry%22%20%2F%3E%0A%20%20%20%20%20%20%20%20%3C%2FmxCell%3E%0A%20%20%20%20%20%20%20%20%3CmxCell%20id%3D%22DI4IiiyTv1TYj6qwofvm-3%22%20parent%3D%22DI4IiiyTv1TYj6qwofvm-1%22%20style%3D%22rounded%3D0%3BwhiteSpace%3Dwrap%3Bhtml%3D1%3B%22%20value%3D%22%22%20vertex%3D%221%22%3E%0A%20%20%20%20%20%20%20%20%20%20%3CmxGeometry%20height%3D%2230%22%20width%3D%221190%22%20x%3D%22-1110%22%20y%3D%22-657.5%22%20as%3D%22geometry%22%20%2F%3E%0A%20%20%20%20%20%20%20%20%3C%2FmxCell%3E%0A%20%20%20%20%20%20%20%20%3CmxCell%20id%3D%22DI4IiiyTv1TYj6qwofvm-4%22%20parent%3D%22DI4IiiyTv1TYj6qwofvm-1%22%20style%3D%22rounded%3D0%3BwhiteSpace%3Dwrap%3Bhtml%3D1%3Bdirection%3Dsouth%3B%22%20value%3D%22%22%20vertex%3D%221%22%3E%0A%20%20%20%20%20%20%20%20%20%20%3CmxGeometry%20height%3D%22620%22%20width%3D%22210%22%20x%3D%22-160%22%20y%3D%22-1327.5%22%20as%3D%22geometry%22%20%2F%3E%0A%20%20%20%20%20%20%20%20%3C%2FmxCell%3E%0A%20%20%20%20%20%20%20%20%3CmxCell%20id%3D%22DI4IiiyTv1TYj6qwofvm-5%22%20parent%3D%22DI4IiiyTv1TYj6qwofvm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22120%22%20x%3D%22-1090%22%20y%3D%22-1480%22%20as%3D%22geometry%22%20%2F%3E%0A%20%20%20%20%20%20%20%20%3C%2FmxCell%3E%0A%20%20%20%20%20%20%20%20%3CmxCell%20id%3D%22DI4IiiyTv1TYj6qwofvm-6%22%20parent%3D%22DI4IiiyTv1TYj6qwofvm-1%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-695.5%22%20y%3D%22-1480%22%20as%3D%22geometry%22%20%2F%3E%0A%20%20%20%20%20%20%20%20%3C%2FmxCell%3E%0A%20%20%20%20%20%20%20%20%3CmxCell%20id%3D%22DI4IiiyTv1TYj6qwofvm-7%22%20parent%3D%22DI4IiiyTv1TYj6qwofvm-1%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-510%22%20y%3D%22-1480%22%20as%3D%22geometry%22%20%2F%3E%0A%20%20%20%20%20%20%20%20%3C%2FmxCell%3E%0A%20%20%20%20%20%20%20%20%3CmxCell%20id%3D%22DI4IiiyTv1TYj6qwofvm-8%22%20parent%3D%22DI4IiiyTv1TYj6qwofvm-1%22%20style%3D%22text%3Bhtml%3D1%3BwhiteSpace%3Dwrap%3BstrokeColor%3Dnone%3BfillColor%3Dnone%3Balign%3Dcenter%3BverticalAlign%3Dmiddle%3Brounded%3D0%3B%22%20value%3D%22%26lt%3Bb%26gt%3BPharmacy%26lt%3B%2Fb%26gt%3B%22%20vertex%3D%221%22%3E%0A%20%20%20%20%20%20%20%20%20%20%3CmxGeometry%20height%3D%2230%22%20width%3D%2290%22%20x%3D%22-370%22%20y%3D%22-1480%22%20as%3D%22geometry%22%20%2F%3E%0A%20%20%20%20%20%20%20%20%3C%2FmxCell%3E%0A%20%20%20%20%20%20%20%20%3CmxCell%20id%3D%22DI4IiiyTv1TYj6qwofvm-9%22%20parent%3D%22DI4IiiyTv1TYj6qwofvm-1%22%20style%3D%22text%3Bhtml%3D1%3BwhiteSpace%3Dwrap%3BstrokeColor%3Dnone%3BfillColor%3Dnone%3Balign%3Dcenter%3BverticalAlign%3Dmiddle%3Brounded%3D0%3B%22%20value%3D%22%26lt%3Bb%26gt%3BContact%20Us%26lt%3B%2Fb%26gt%3B%22%20vertex%3D%221%22%3E%0A%20%20%20%20%20%20%20%20%20%20%3CmxGeometry%20height%3D%2230%22%20width%3D%2290%22%20x%3D%22-240%22%20y%3D%22-1480%22%20as%3D%22geometry%22%20%2F%3E%0A%20%20%20%20%20%20%20%20%3C%2FmxCell%3E%0A%20%20%20%20%20%20%20%20%3CmxCell%20id%3D%22DI4IiiyTv1TYj6qwofvm-10%22%20parent%3D%22DI4IiiyTv1TYj6qwofvm-1%22%20style%3D%22text%3Bhtml%3D1%3BwhiteSpace%3Dwrap%3BstrokeColor%3Dnone%3BfillColor%3Dnone%3Balign%3Dcenter%3BverticalAlign%3Dmiddle%3Brounded%3D0%3B%22%20value%3D%22My%20Account%22%20vertex%3D%221%22%3E%0A%20%20%20%20%20%20%20%20%20%20%3CmxGeometry%20height%3D%2250%22%20width%3D%2290%22%20x%3D%22-77.5%22%20y%3D%22-1490%22%20as%3D%22geometry%22%20%2F%3E%0A%20%20%20%20%20%20%20%20%3C%2FmxCell%3E%0A%20%20%20%20%20%20%20%20%3CmxCell%20id%3D%22DI4IiiyTv1TYj6qwofvm-11%22%20parent%3D%22DI4IiiyTv1TYj6qwofvm-1%22%20style%3D%22text%3Bhtml%3D1%3BwhiteSpace%3Dwrap%3BstrokeColor%3Dnone%3BfillColor%3Dnone%3Balign%3Dcenter%3BverticalAlign%3Dmiddle%3Brounded%3D0%3B%22%20value%3D%22%26lt%3Bb%26gt%3BAnnotations%26lt%3B%2Fb%26gt%3B%22%20vertex%3D%221%22%3E%0A%20%20%20%20%20%20%20%20%20%20%3CmxGeometry%20height%3D%2230%22%20width%3D%2260%22%20x%3D%22-110%22%20y%3D%22-1305%22%20as%3D%22geometry%22%20%2F%3E%0A%20%20%20%20%20%20%20%20%3C%2FmxCell%3E%0A%20%20%20%20%20%20%20%20%3CmxCell%20id%3D%22DI4IiiyTv1TYj6qwofvm-12%22%20parent%3D%22DI4IiiyTv1TYj6qwofvm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-180%22%20y%3D%22-660%22%20as%3D%22geometry%22%20%2F%3E%0A%20%20%20%20%20%20%20%20%3C%2FmxCell%3E%0A%20%20%20%20%20%20%20%20%3CmxCell%20id%3D%22DI4IiiyTv1TYj6qwofvm-13%22%20parent%3D%22DI4IiiyTv1TYj6qwofvm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-122.5%22%20y%3D%22-660%22%20as%3D%22geometry%22%20%2F%3E%0A%20%20%20%20%20%20%20%20%3C%2FmxCell%3E%0A%20%20%20%20%20%20%20%20%3CmxCell%20id%3D%22DI4IiiyTv1TYj6qwofvm-14%22%20parent%3D%22DI4IiiyTv1TYj6qwofvm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225%22%20y%3D%22-657.5%22%20as%3D%22geometry%22%20%2F%3E%0A%20%20%20%20%20%20%20%20%3C%2FmxCell%3E%0A%20%20%20%20%20%20%20%20%3CmxCell%20id%3D%22DI4IiiyTv1TYj6qwofvm-15%22%20parent%3D%22DI4IiiyTv1TYj6qwofvm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2230%22%20y%3D%22-660%22%20as%3D%22geometry%22%20%2F%3E%0A%20%20%20%20%20%20%20%20%3C%2FmxCell%3E%0A%20%20%20%20%20%20%20%20%3CmxCell%20id%3D%22DI4IiiyTv1TYj6qwofvm-16%22%20parent%3D%22DI4IiiyTv1TYj6qwofvm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-92.5%22%20y%3D%22-660%22%20as%3D%22geometry%22%20%2F%3E%0A%20%20%20%20%20%20%20%20%3C%2FmxCell%3E%0A%20%20%20%20%20%20%20%20%3CmxCell%20id%3D%22DI4IiiyTv1TYj6qwofvm-17%22%20parent%3D%22DI4IiiyTv1TYj6qwofvm-1%22%20style%3D%22text%3Bhtml%3D1%3BwhiteSpace%3Dwrap%3BstrokeColor%3Dnone%3BfillColor%3Dnone%3Balign%3Dcenter%3BverticalAlign%3Dmiddle%3Brounded%3D0%3B%22%20value%3D%22WF-08%20%2F%20Pharmacy%20prescription%20verification%26amp%3Bnbsp%3B%22%20vertex%3D%221%22%3E%0A%20%20%20%20%20%20%20%20%20%20%3CmxGeometry%20height%3D%2230%22%20width%3D%22240%22%20x%3D%22-1040%22%20y%3D%22-657.5%22%20as%3D%22geometry%22%20%2F%3E%0A%20%20%20%20%20%20%20%20%3C%2FmxCell%3E%0A%20%20%20%20%20%20%20%20%3CmxCell%20id%3D%22DI4IiiyTv1TYj6qwofvm-18%22%20edge%3D%221%22%20parent%3D%22DI4IiiyTv1TYj6qwofvm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-470%22%20y%3D%22-780%22%20as%3D%22sourcePoint%22%20%2F%3E%0A%20%20%20%20%20%20%20%20%20%20%20%20%3CmxPoint%20x%3D%22-470%22%20y%3D%22-780%22%20as%3D%22targetPoint%22%20%2F%3E%0A%20%20%20%20%20%20%20%20%20%20%3C%2FmxGeometry%3E%0A%20%20%20%20%20%20%20%20%3C%2FmxCell%3E%0A%20%20%20%20%20%20%20%20%3CmxCell%20id%3D%22DI4IiiyTv1TYj6qwofvm-20%22%20parent%3D%22DI4IiiyTv1TYj6qwofvm-1%22%20style%3D%22text%3Bhtml%3D1%3BwhiteSpace%3Dwrap%3BstrokeColor%3Dnone%3BfillColor%3Dnone%3Balign%3Dcenter%3BverticalAlign%3Dmiddle%3Brounded%3D0%3B%22%20value%3D%221%20Patient%20supplies%20prescription%20details%20for%20restricted%20products.%26lt%3Bdiv%26gt%3B%26lt%3Bbr%26gt%3B%26lt%3B%2Fdiv%26gt%3B%26lt%3Bdiv%26gt%3B2%20Submission%20sends%20the%20order%20for%20verification%20by%20authorised%20hospital%20staff%26lt%3B%2Fdiv%26gt%3B%26lt%3Bdiv%26gt%3B%26lt%3Bbr%26gt%3B%26lt%3B%2Fdiv%26gt%3B%26lt%3Bdiv%26gt%3B3%20Order%20is%20approved%20only%20once%20the%20%26amp%3Bnbsp%3Bverification%20is%20complete.%20Verification%20method%20to%20be%20confirmed%26amp%3Bnbsp%3B%26lt%3B%2Fdiv%26gt%3B%22%20vertex%3D%221%22%3E%0A%20%20%20%20%20%20%20%20%20%20%3CmxGeometry%20height%3D%22173.25%22%20width%3D%22185%22%20x%3D%22-147.5%22%20y%3D%22-1242.88%22%20as%3D%22geometry%22%20%2F%3E%0A%20%20%20%20%20%20%20%20%3C%2FmxCell%3E%0A%20%20%20%20%20%20%20%20%3CmxCell%20id%3D%22DI4IiiyTv1TYj6qwofvm-24%22%20parent%3D%22DI4IiiyTv1TYj6qwofvm-1%22%20style%3D%22rounded%3D0%3BwhiteSpace%3Dwrap%3Bhtml%3D1%3BfillColor%3D%23b1ddf0%3BstrokeColor%3D%2310739e%3B%22%20value%3D%22Submit%20for%20verification%22%20vertex%3D%221%22%3E%0A%20%20%20%20%20%20%20%20%20%20%3CmxGeometry%20height%3D%2260%22%20width%3D%22400%22%20x%3D%22-710%22%20y%3D%22-1000%22%20as%3D%22geometry%22%20%2F%3E%0A%20%20%20%20%20%20%20%20%3C%2FmxCell%3E%0A%20%20%20%20%20%20%20%20%3CmxCell%20id%3D%22DI4IiiyTv1TYj6qwofvm-25%22%20parent%3D%22DI4IiiyTv1TYj6qwofvm-1%22%20style%3D%22rounded%3D0%3BwhiteSpace%3Dwrap%3Bhtml%3D1%3B%22%20value%3D%22%22%20vertex%3D%221%22%3E%0A%20%20%20%20%20%20%20%20%20%20%3CmxGeometry%20height%3D%2260%22%20width%3D%22560%22%20x%3D%22-755%22%20y%3D%22-1260%22%20as%3D%22geometry%22%20%2F%3E%0A%20%20%20%20%20%20%20%20%3C%2FmxCell%3E%0A%20%20%20%20%20%20%20%20%3CmxCell%20id%3D%22DI4IiiyTv1TYj6qwofvm-29%22%20edge%3D%221%22%20parent%3D%22DI4IiiyTv1TYj6qwofvm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-730%22%20y%3D%22-830%22%20as%3D%22sourcePoint%22%20%2F%3E%0A%20%20%20%20%20%20%20%20%20%20%20%20%3CmxPoint%20x%3D%22-730%22%20y%3D%22-830%22%20as%3D%22targetPoint%22%20%2F%3E%0A%20%20%20%20%20%20%20%20%20%20%3C%2FmxGeometry%3E%0A%20%20%20%20%20%20%20%20%3C%2FmxCell%3E%0A%20%20%20%20%20%20%20%20%3CmxCell%20id%3D%225ixRs1ap1uJNn6lPNCZN-0%22%20parent%3D%22DI4IiiyTv1TYj6qwofvm-1%22%20style%3D%22whiteSpace%3Dwrap%3Bhtml%3D1%3Baspect%3Dfixed%3B%22%20value%3D%22%26lt%3Bb%26gt%3B%26amp%3Bnbsp%3BOrder%20Summary%26lt%3B%2Fb%26gt%3B%26lt%3Bdiv%26gt%3B%26lt%3Bb%26gt%3B%26lt%3Bbr%26gt%3B%26lt%3B%2Fb%26gt%3B%26lt%3B%2Fdiv%26gt%3B%26lt%3Bdiv%26gt%3B%26lt%3Bb%26gt%3B%26lt%3Bbr%26gt%3B%26lt%3B%2Fb%26gt%3B%26lt%3B%2Fdiv%26gt%3B%26lt%3Bdiv%26gt%3B%26lt%3Bb%26gt%3B%26lt%3Bbr%26gt%3B%26lt%3B%2Fb%26gt%3B%26lt%3B%2Fdiv%26gt%3B%26lt%3Bdiv%26gt%3B%26lt%3Bb%26gt%3B%26lt%3Bbr%26gt%3B%26lt%3B%2Fb%26gt%3B%26lt%3B%2Fdiv%26gt%3B%26lt%3Bdiv%26gt%3B%26lt%3Bb%26gt%3B%26lt%3Bbr%26gt%3B%26lt%3B%2Fb%26gt%3B%26lt%3B%2Fdiv%26gt%3B%26lt%3Bdiv%26gt%3B%26lt%3Bb%26gt%3B%26lt%3Bbr%26gt%3B%26lt%3B%2Fb%26gt%3B%26lt%3B%2Fdiv%26gt%3B%26lt%3Bdiv%26gt%3B%26lt%3Bb%26gt%3B%26lt%3Bbr%26gt%3B%26lt%3B%2Fb%26gt%3B%26lt%3B%2Fdiv%26gt%3B%26lt%3Bdiv%26gt%3B%26lt%3Bb%26gt%3B%26lt%3Bbr%26gt%3B%26lt%3B%2Fb%26gt%3B%26lt%3B%2Fdiv%26gt%3B%26lt%3Bdiv%26gt%3B%26lt%3Bb%26gt%3B%26lt%3Bbr%26gt%3B%26lt%3B%2Fb%26gt%3B%26lt%3B%2Fdiv%26gt%3B%26lt%3Bdiv%26gt%3BProduct%26lt%3Bb%26gt%3B%20%26lt%3B%2Fb%26gt%3Bname%26lt%3Bb%26gt%3B%20%26lt%3B%2Fb%26gt%3B2%26lt%3Bb%26gt%3B%20x1%26lt%3B%2Fb%26gt%3B%26lt%3B%2Fdiv%26gt%3B%26lt%3Bdiv%26gt%3B%C2%A30.00%26lt%3B%2Fdiv%26gt%3B%22%20vertex%3D%221%22%3E%0A%20%20%20%20%20%20%20%20%20%20%3CmxGeometry%20height%3D%22310%22%20width%3D%22310%22%20x%3D%22-1090%22%20y%3D%22-1310%22%20as%3D%22geometry%22%20%2F%3E%0A%20%20%20%20%20%20%20%20%3C%2FmxCell%3E%0A%20%20%20%20%20%20%20%20%3CmxCell%20id%3D%225ixRs1ap1uJNn6lPNCZN-5%22%20parent%3D%22DI4IiiyTv1TYj6qwofvm-1%22%20style%3D%22whiteSpace%3Dwrap%3Bhtml%3D1%3Brounded%3D0%3B%22%20value%3D%22%26lt%3Bb%26gt%3BAwaiting%20%26amp%3Bnbsp%3Bverification%26lt%3B%2Fb%26gt%3B%26lt%3Bdiv%26gt%3B%26lt%3Bb%26gt%3B%26lt%3Bbr%26gt%3B%26lt%3B%2Fb%26gt%3B%26lt%3B%2Fdiv%26gt%3B%26lt%3Bdiv%26gt%3B%26lt%3Bb%26gt%3B%26lt%3Bbr%26gt%3B%26lt%3B%2Fb%26gt%3B%26lt%3B%2Fdiv%26gt%3B%26lt%3Bdiv%26gt%3B%26lt%3Bb%26gt%3B%26lt%3Bbr%26gt%3B%26lt%3B%2Fb%26gt%3B%26lt%3B%2Fdiv%26gt%3B%26lt%3Bdiv%26gt%3BWe%26lt%3Bb%26gt%3B%20%26lt%3B%2Fb%26gt%3Bare%26lt%3Bb%26gt%3B%26amp%3Bnbsp%3B%26lt%3B%2Fb%26gt%3Bchecking%26lt%3Bb%26gt%3B%20%26lt%3B%2Fb%26gt%3Byour%26lt%3Bb%26gt%3B%26amp%3Bnbsp%3B%26lt%3B%2Fb%26gt%3Bprescription%26lt%3Bb%26gt%3B%26amp%3Bnbsp%3B%26lt%3B%2Fb%26gt%3B%26lt%3B%2Fdiv%26gt%3B%22%20vertex%3D%221%22%3E%0A%20%20%20%20%20%20%20%20%20%20%3CmxGeometry%20height%3D%22173.25%22%20width%3D%22280%22%20x%3D%22-1100%22%20y%3D%22-900%22%20as%3D%22geometry%22%20%2F%3E%0A%20%20%20%20%20%20%20%20%3C%2FmxCell%3E%0A%20%20%20%20%20%20%20%20%3CmxCell%20id%3D%225ixRs1ap1uJNn6lPNCZN-9%22%20parent%3D%22DI4IiiyTv1TYj6qwofvm-1%22%20style%3D%22whiteSpace%3Dwrap%3Bhtml%3D1%3Brounded%3D0%3B%22%20value%3D%22%26lt%3Bb%26gt%3BNot%26lt%3B%2Fb%26gt%3B%20%26lt%3Bb%26gt%3BApproved%26lt%3B%2Fb%26gt%3B%26lt%3Bdiv%26gt%3B%26lt%3Bbr%26gt%3B%26lt%3B%2Fdiv%26gt%3B%26lt%3Bdiv%26gt%3BReason%20shown%2C%20contact%20the%20hospital%26lt%3B%2Fdiv%26gt%3B%22%20vertex%3D%221%22%3E%0A%20%20%20%20%20%20%20%20%20%20%3CmxGeometry%20height%3D%22173.25%22%20width%3D%22280%22%20x%3D%22-490%22%20y%3D%22-908.25%22%20as%3D%22geometry%22%20%2F%3E%0A%20%20%20%20%20%20%20%20%3C%2FmxCell%3E%0A%20%20%20%20%20%20%20%20%3CmxCell%20id%3D%225ixRs1ap1uJNn6lPNCZN-11%22%20parent%3D%22DI4IiiyTv1TYj6qwofvm-1%22%20style%3D%22whiteSpace%3Dwrap%3Bhtml%3D1%3Brounded%3D0%3B%22%20value%3D%22%26lt%3Bb%26gt%3BApproved%26lt%3B%2Fb%26gt%3B%26lt%3Bdiv%26gt%3B%26lt%3Bbr%26gt%3B%26lt%3B%2Fdiv%26gt%3B%26lt%3Bdiv%26gt%3B%26lt%3Bbr%26gt%3B%26lt%3B%2Fdiv%26gt%3B%26lt%3Bdiv%26gt%3BContinue%20payment%26lt%3B%2Fdiv%26gt%3B%22%20vertex%3D%221%22%3E%0A%20%20%20%20%20%20%20%20%20%20%3CmxGeometry%20height%3D%22173.25%22%20width%3D%22280%22%20x%3D%22-800%22%20y%3D%22-900%22%20as%3D%22geometry%22%20%2F%3E%0A%20%20%20%20%20%20%20%20%3C%2FmxCell%3E%0A%20%20%20%20%20%20%20%20%3CmxCell%20id%3D%225ixRs1ap1uJNn6lPNCZN-13%22%20parent%3D%22DI4IiiyTv1TYj6qwofvm-1%22%20style%3D%22text%3Bhtml%3D1%3BwhiteSpace%3Dwrap%3BstrokeColor%3Dnone%3BfillColor%3Dnone%3Balign%3Dcenter%3BverticalAlign%3Dmiddle%3Brounded%3D0%3B%22%20value%3D%22%26lt%3Bspan%20style%3D%26quot%3Bfont-size%3A%2014px%3B%26quot%3B%26gt%3B%26lt%3Bb%26gt%3BVerification%20status%26lt%3B%2Fb%26gt%3B%26lt%3B%2Fspan%26gt%3B%22%20vertex%3D%221%22%3E%0A%20%20%20%20%20%20%20%20%20%20%3CmxGeometry%20height%3D%2250%22%20width%3D%22185%22%20x%3D%22-1060%22%20y%3D%22-960%22%20as%3D%22geometry%22%20%2F%3E%0A%20%20%20%20%20%20%20%20%3C%2FmxCell%3E%0A%20%20%20%20%20%20%20%20%3CmxCell%20id%3D%225ixRs1ap1uJNn6lPNCZN-14%22%20parent%3D%22DI4IiiyTv1TYj6qwofvm-1%22%20style%3D%22points%3D%5B%5B0.25%2C0%2C0%5D%2C%5B0.5%2C0%2C0%5D%2C%5B0.75%2C0%2C0%5D%2C%5B1%2C0.25%2C0%5D%2C%5B1%2C0.5%2C0%5D%2C%5B1%2C0.75%2C0%5D%2C%5B0.75%2C1%2C0%5D%2C%5B0.5%2C1%2C0%5D%2C%5B0.25%2C1%2C0%5D%2C%5B0%2C0.75%2C0%5D%2C%5B0%2C0.5%2C0%5D%2C%5B0%2C0.25%2C0%5D%5D%3Brounded%3D1%3Bdashed%3D1%3BdashPattern%3D5%202%201%202%3BlabelPosition%3Dcenter%3BverticalLabelPosition%3Dmiddle%3Balign%3Dcenter%3BverticalAlign%3Dmiddle%3BfontSize%3D8%3Bhtml%3D1%3BwhiteSpace%3Dwrap%3B%22%20value%3D%22%26lt%3Bfont%26gt%3B%26lt%3Bfont%20style%3D%26quot%3Bfont-size%3A%2012px%3B%26quot%3B%26gt%3BUpload%26lt%3B%2Ffont%26gt%3B%26lt%3Bspan%20style%3D%26quot%3Bfont-size%3A%2011px%3B%26quot%3B%26gt%3B%20%26lt%3B%2Fspan%26gt%3B%26lt%3Bfont%20style%3D%26quot%3Bfont-size%3A%2012px%3B%26quot%3B%26gt%3Bprescription%26lt%3B%2Ffont%26gt%3B%26lt%3Bspan%20style%3D%26quot%3Bfont-size%3A%2011px%3B%26quot%3B%26gt%3B%20%26lt%3B%2Fspan%26gt%3B%26lt%3Bfont%20style%3D%26quot%3Bfont-size%3A%2012px%3B%26quot%3B%26gt%3B\(%26lt%3B%2Ffont%26gt%3B%26lt%3Bfont%20style%3D%26quot%3Bfont-size%3A%2012px%3B%26quot%3B%26gt%3Boptional%26lt%3B%2Ffont%26gt%3B%26lt%3Bfont%20style%3D%26quot%3Bfont-size%3A%2012px%3B%26quot%3B%26gt%3B\)%26lt%3B%2Ffont%26gt%3B%26lt%3B%2Ffont%26gt%3B%22%20vertex%3D%221%22%3E%0A%20%20%20%20%20%20%20%20%20%20%3CmxGeometry%20height%3D%2280%22%20width%3D%22560%22%20x%3D%22-755%22%20y%3D%22-1120%22%20as%3D%22geometry%22%20%2F%3E%0A%20%20%20%20%20%20%20%20%3C%2FmxCell%3E%0A%20%20%20%20%20%20%20%20%3CmxCell%20id%3D%225ixRs1ap1uJNn6lPNCZN-15%22%20parent%3D%22DI4IiiyTv1TYj6qwofvm-1%22%20style%3D%22text%3Bhtml%3D1%3BwhiteSpace%3Dwrap%3BstrokeColor%3Dnone%3BfillColor%3Dnone%3Balign%3Dcenter%3BverticalAlign%3Dmiddle%3Brounded%3D0%3B%22%20value%3D%22%26lt%3Bfont%20style%3D%26quot%3Bfont-size%3A%2018px%3B%26quot%3B%26gt%3BVerify%20your%20prescription%26lt%3B%2Ffont%26gt%3B%22%20vertex%3D%221%22%3E%0A%20%20%20%20%20%20%20%20%20%20%3CmxGeometry%20height%3D%2230%22%20width%3D%22270%22%20x%3D%22-1040%22%20y%3D%22-1380%22%20as%3D%22geometry%22%20%2F%3E%0A%20%20%20%20%20%20%20%20%3C%2FmxCell%3E%0A%20%20%20%20%20%20%20%20%3CmxCell%20id%3D%225ixRs1ap1uJNn6lPNCZN-16%22%20parent%3D%22DI4IiiyTv1TYj6qwofvm-1%22%20style%3D%22text%3Bhtml%3D1%3BwhiteSpace%3Dwrap%3BstrokeColor%3Dnone%3BfillColor%3Dnone%3Balign%3Dcenter%3BverticalAlign%3Dmiddle%3Brounded%3D0%3B%22%20value%3D%22Prescription%20reference%22%20vertex%3D%221%22%3E%0A%20%20%20%20%20%20%20%20%20%20%3CmxGeometry%20height%3D%2230%22%20width%3D%22240%22%20x%3D%22-740%22%20y%3D%22-1305%22%20as%3D%22geometry%22%20%2F%3E%0A%20%20%20%20%20%20%20%20%3C%2FmxCell%3E%0A%20%20%20%20%20%20%3C%2Froot%3E%0A%20%20%20%20%3C%2FmxGraphModel%3E%0A%20%20%3C%2Fdiagram%3E%0A%20%20%3Cdiagram%20name%3D%22Health%20Link%20Wireframe11%22%20id%3D%22Oe9hRsfw_v2p78NQwTZw%22%3E%0A%20%20%20%20%3CmxGraphModel%20dx%3D%223367%22%20dy%3D%222230%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mUD40LC9fv-4sqKKO8cC-0%22%20%2F%3E%0A%20%20%20%20%20%20%20%20%3CmxCell%20id%3D%22mUD40LC9fv-4sqKKO8cC-1%22%20parent%3D%22mUD40LC9fv-4sqKKO8cC-0%22%20%2F%3E%0A%20%20%20%20%20%20%20%20%3CmxCell%20id%3D%22mUD40LC9fv-4sqKKO8cC-2%22%20parent%3D%22mUD40LC9fv-4sqKKO8cC-1%22%20style%3D%22rounded%3D0%3BwhiteSpace%3Dwrap%3Bhtml%3D1%3B%22%20value%3D%22%22%20vertex%3D%221%22%3E%0A%20%20%20%20%20%20%20%20%20%20%3CmxGeometry%20height%3D%22880%22%20width%3D%221440%22%20x%3D%22-1360%22%20y%3D%22-1510%22%20as%3D%22geometry%22%20%2F%3E%0A%20%20%20%20%20%20%20%20%3C%2FmxCell%3E%0A%20%20%20%20%20%20%20%20%3CmxCell%20id%3D%22mUD40LC9fv-4sqKKO8cC-3%22%20parent%3D%22mUD40LC9fv-4sqKKO8cC-1%22%20style%3D%22rounded%3D0%3BwhiteSpace%3Dwrap%3Bhtml%3D1%3B%22%20value%3D%22%22%20vertex%3D%221%22%3E%0A%20%20%20%20%20%20%20%20%20%20%3CmxGeometry%20height%3D%2230%22%20width%3D%221440%22%20x%3D%22-1360%22%20y%3D%22-657.5%22%20as%3D%22geometry%22%20%2F%3E%0A%20%20%20%20%20%20%20%20%3C%2FmxCell%3E%0A%20%20%20%20%20%20%20%20%3CmxCell%20id%3D%22mUD40LC9fv-4sqKKO8cC-4%22%20parent%3D%22mUD40LC9fv-4sqKKO8cC-1%22%20style%3D%22rounded%3D0%3BwhiteSpace%3Dwrap%3Bhtml%3D1%3Bdirection%3Dsouth%3B%22%20value%3D%22%22%20vertex%3D%221%22%3E%0A%20%20%20%20%20%20%20%20%20%20%3CmxGeometry%20height%3D%22652.5%22%20width%3D%22210%22%20x%3D%22-160%22%20y%3D%22-1360%22%20as%3D%22geometry%22%20%2F%3E%0A%20%20%20%20%20%20%20%20%3C%2FmxCell%3E%0A%20%20%20%20%20%20%20%20%3CmxCell%20id%3D%22mUD40LC9fv-4sqKKO8cC-5%22%20parent%3D%22mUD40LC9fv-4sqKKO8cC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22120%22%20x%3D%22-1290%22%20y%3D%22-1480%22%20as%3D%22geometry%22%20%2F%3E%0A%20%20%20%20%20%20%20%20%3C%2FmxCell%3E%0A%20%20%20%20%20%20%20%20%3CmxCell%20id%3D%22mUD40LC9fv-4sqKKO8cC-6%22%20parent%3D%22mUD40LC9fv-4sqKKO8cC-1%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-710%22%20y%3D%22-1480%22%20as%3D%22geometry%22%20%2F%3E%0A%20%20%20%20%20%20%20%20%3C%2FmxCell%3E%0A%20%20%20%20%20%20%20%20%3CmxCell%20id%3D%22mUD40LC9fv-4sqKKO8cC-7%22%20parent%3D%22mUD40LC9fv-4sqKKO8cC-1%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-510%22%20y%3D%22-1480%22%20as%3D%22geometry%22%20%2F%3E%0A%20%20%20%20%20%20%20%20%3C%2FmxCell%3E%0A%20%20%20%20%20%20%20%20%3CmxCell%20id%3D%22mUD40LC9fv-4sqKKO8cC-8%22%20parent%3D%22mUD40LC9fv-4sqKKO8cC-1%22%20style%3D%22text%3Bhtml%3D1%3BwhiteSpace%3Dwrap%3BstrokeColor%3Dnone%3BfillColor%3Dnone%3Balign%3Dcenter%3BverticalAlign%3Dmiddle%3Brounded%3D0%3B%22%20value%3D%22%26lt%3Bb%26gt%3BPharmacy%26lt%3B%2Fb%26gt%3B%22%20vertex%3D%221%22%3E%0A%20%20%20%20%20%20%20%20%20%20%3CmxGeometry%20height%3D%2230%22%20width%3D%2290%22%20x%3D%22-370%22%20y%3D%22-1480%22%20as%3D%22geometry%22%20%2F%3E%0A%20%20%20%20%20%20%20%20%3C%2FmxCell%3E%0A%20%20%20%20%20%20%20%20%3CmxCell%20id%3D%22mUD40LC9fv-4sqKKO8cC-9%22%20parent%3D%22mUD40LC9fv-4sqKKO8cC-1%22%20style%3D%22text%3Bhtml%3D1%3BwhiteSpace%3Dwrap%3BstrokeColor%3Dnone%3BfillColor%3Dnone%3Balign%3Dcenter%3BverticalAlign%3Dmiddle%3Brounded%3D0%3B%22%20value%3D%22%26lt%3Bb%26gt%3BContact%20Us%26lt%3B%2Fb%26gt%3B%22%20vertex%3D%221%22%3E%0A%20%20%20%20%20%20%20%20%20%20%3CmxGeometry%20height%3D%2230%22%20width%3D%2290%22%20x%3D%22-240%22%20y%3D%22-1480%22%20as%3D%22geometry%22%20%2F%3E%0A%20%20%20%20%20%20%20%20%3C%2FmxCell%3E%0A%20%20%20%20%20%20%20%20%3CmxCell%20id%3D%22mUD40LC9fv-4sqKKO8cC-10%22%20parent%3D%22mUD40LC9fv-4sqKKO8cC-1%22%20style%3D%22text%3Bhtml%3D1%3BwhiteSpace%3Dwrap%3BstrokeColor%3Dnone%3BfillColor%3Dnone%3Balign%3Dcenter%3BverticalAlign%3Dmiddle%3Brounded%3D0%3B%22%20value%3D%22My%20Account%22%20vertex%3D%221%22%3E%0A%20%20%20%20%20%20%20%20%20%20%3CmxGeometry%20height%3D%2250%22%20width%3D%2290%22%20x%3D%22-77.5%22%20y%3D%22-1490%22%20as%3D%22geometry%22%20%2F%3E%0A%20%20%20%20%20%20%20%20%3C%2FmxCell%3E%0A%20%20%20%20%20%20%20%20%3CmxCell%20id%3D%22mUD40LC9fv-4sqKKO8cC-11%22%20parent%3D%22mUD40LC9fv-4sqKKO8cC-1%22%20style%3D%22text%3Bhtml%3D1%3BwhiteSpace%3Dwrap%3BstrokeColor%3Dnone%3BfillColor%3Dnone%3Balign%3Dcenter%3BverticalAlign%3Dmiddle%3Brounded%3D0%3B%22%20value%3D%22%26lt%3Bb%26gt%3BAnnotations%26lt%3B%2Fb%26gt%3B%22%20vertex%3D%221%22%3E%0A%20%20%20%20%20%20%20%20%20%20%3CmxGeometry%20height%3D%2230%22%20width%3D%2260%22%20x%3D%22-110%22%20y%3D%22-1305%22%20as%3D%22geometry%22%20%2F%3E%0A%20%20%20%20%20%20%20%20%3C%2FmxCell%3E%0A%20%20%20%20%20%20%20%20%3CmxCell%20id%3D%22mUD40LC9fv-4sqKKO8cC-12%22%20parent%3D%22mUD40LC9fv-4sqKKO8cC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-180%22%20y%3D%22-660%22%20as%3D%22geometry%22%20%2F%3E%0A%20%20%20%20%20%20%20%20%3C%2FmxCell%3E%0A%20%20%20%20%20%20%20%20%3CmxCell%20id%3D%22mUD40LC9fv-4sqKKO8cC-13%22%20parent%3D%22mUD40LC9fv-4sqKKO8cC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-122.5%22%20y%3D%22-660%22%20as%3D%22geometry%22%20%2F%3E%0A%20%20%20%20%20%20%20%20%3C%2FmxCell%3E%0A%20%20%20%20%20%20%20%20%3CmxCell%20id%3D%22mUD40LC9fv-4sqKKO8cC-14%22%20parent%3D%22mUD40LC9fv-4sqKKO8cC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225%22%20y%3D%22-657.5%22%20as%3D%22geometry%22%20%2F%3E%0A%20%20%20%20%20%20%20%20%3C%2FmxCell%3E%0A%20%20%20%20%20%20%20%20%3CmxCell%20id%3D%22mUD40LC9fv-4sqKKO8cC-15%22%20parent%3D%22mUD40LC9fv-4sqKKO8cC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2230%22%20y%3D%22-660%22%20as%3D%22geometry%22%20%2F%3E%0A%20%20%20%20%20%20%20%20%3C%2FmxCell%3E%0A%20%20%20%20%20%20%20%20%3CmxCell%20id%3D%22mUD40LC9fv-4sqKKO8cC-16%22%20parent%3D%22mUD40LC9fv-4sqKKO8cC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-92.5%22%20y%3D%22-660%22%20as%3D%22geometry%22%20%2F%3E%0A%20%20%20%20%20%20%20%20%3C%2FmxCell%3E%0A%20%20%20%20%20%20%20%20%3CmxCell%20id%3D%22mUD40LC9fv-4sqKKO8cC-17%22%20parent%3D%22mUD40LC9fv-4sqKKO8cC-1%22%20style%3D%22text%3Bhtml%3D1%3BwhiteSpace%3Dwrap%3BstrokeColor%3Dnone%3BfillColor%3Dnone%3Balign%3Dcenter%3BverticalAlign%3Dmiddle%3Brounded%3D0%3B%22%20value%3D%22WF-09%20%2F%20Pharmacy%20payment%20and%20confirmation%22%20vertex%3D%221%22%3E%0A%20%20%20%20%20%20%20%20%20%20%3CmxGeometry%20height%3D%2230%22%20width%3D%22250%22%20x%3D%22-1320%22%20y%3D%22-657.5%22%20as%3D%22geometry%22%20%2F%3E%0A%20%20%20%20%20%20%20%20%3C%2FmxCell%3E%0A%20%20%20%20%20%20%20%20%3CmxCell%20id%3D%22mUD40LC9fv-4sqKKO8cC-18%22%20edge%3D%221%22%20parent%3D%22mUD40LC9fv-4sqKKO8cC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-470%22%20y%3D%22-780%22%20as%3D%22sourcePoint%22%20%2F%3E%0A%20%20%20%20%20%20%20%20%20%20%20%20%3CmxPoint%20x%3D%22-470%22%20y%3D%22-780%22%20as%3D%22targetPoint%22%20%2F%3E%0A%20%20%20%20%20%20%20%20%20%20%3C%2FmxGeometry%3E%0A%20%20%20%20%20%20%20%20%3C%2FmxCell%3E%0A%20%20%20%20%20%20%20%20%3CmxCell%20id%3D%22mUD40LC9fv-4sqKKO8cC-19%22%20parent%3D%22mUD40LC9fv-4sqKKO8cC-1%22%20style%3D%22text%3Bhtml%3D1%3BwhiteSpace%3Dwrap%3BstrokeColor%3Dnone%3BfillColor%3Dnone%3Balign%3Dcenter%3BverticalAlign%3Dmiddle%3Brounded%3D0%3B%22%20value%3D%22%26lt%3Bdiv%26gt%3B%26lt%3Bbr%26gt%3B%26lt%3B%2Fdiv%26gt%3B%26lt%3Bdiv%26gt%3B%26lt%3Bbr%26gt%3B%26lt%3B%2Fdiv%26gt%3B%26lt%3Bdiv%26gt%3B1%20Online%20payment%20is%20taken%20where%20applicable.%26lt%3B%2Fdiv%26gt%3B%26lt%3Bdiv%26gt%3B%26lt%3Bbr%26gt%3B%26lt%3B%2Fdiv%26gt%3B%26lt%3Bdiv%26gt%3B2%20Payment%20is%20requested%20only%20once%20the%20order%20is%20approved.%26lt%3B%2Fdiv%26gt%3B%26lt%3Bdiv%26gt%3B%26lt%3Bbr%26gt%3B%26lt%3B%2Fdiv%26gt%3B%26lt%3Bdiv%26gt%3B3%20Order%20Confirmation%20is%20show%20on%20screen%20after%20a%20successful%20purchase%2Cwith%20a%20copy%20send%20to%20the%20customer.%26lt%3B%2Fdiv%26gt%3B%22%20vertex%3D%221%22%3E%0A%20%20%20%20%20%20%20%20%20%20%3CmxGeometry%20height%3D%22173.25%22%20width%3D%22185%22%20x%3D%22-147.5%22%20y%3D%22-1242.88%22%20as%3D%22geometry%22%20%2F%3E%0A%20%20%20%20%20%20%20%20%3C%2FmxCell%3E%0A%20%20%20%20%20%20%20%20%3CmxCell%20id%3D%22mUD40LC9fv-4sqKKO8cC-22%22%20edge%3D%221%22%20parent%3D%22mUD40LC9fv-4sqKKO8cC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-730%22%20y%3D%22-830%22%20as%3D%22sourcePoint%22%20%2F%3E%0A%20%20%20%20%20%20%20%20%20%20%20%20%3CmxPoint%20x%3D%22-730%22%20y%3D%22-830%22%20as%3D%22targetPoint%22%20%2F%3E%0A%20%20%20%20%20%20%20%20%20%20%3C%2FmxGeometry%3E%0A%20%20%20%20%20%20%20%20%3C%2FmxCell%3E%0A%20%20%20%20%20%20%20%20%3CmxCell%20id%3D%223LYolLqZqTQUdk309OIu-5%22%20parent%3D%22mUD40LC9fv-4sqKKO8cC-1%22%20style%3D%22rounded%3D0%3BwhiteSpace%3Dwrap%3Bhtml%3D1%3B%22%20value%3D%22%22%20vertex%3D%221%22%3E%0A%20%20%20%20%20%20%20%20%20%20%3CmxGeometry%20height%3D%22630%22%20width%3D%22684.5%22%20x%3D%22-1350%22%20y%3D%22-1360%22%20as%3D%22geometry%22%20%2F%3E%0A%20%20%20%20%20%20%20%20%3C%2FmxCell%3E%0A%20%20%20%20%20%20%20%20%3CmxCell%20id%3D%223LYolLqZqTQUdk309OIu-6%22%20parent%3D%22mUD40LC9fv-4sqKKO8cC-1%22%20style%3D%22rounded%3D0%3BwhiteSpace%3Dwrap%3Bhtml%3D1%3B%22%20value%3D%22%22%20vertex%3D%221%22%3E%0A%20%20%20%20%20%20%20%20%20%20%3CmxGeometry%20height%3D%22630%22%20width%3D%22414.5%22%20x%3D%22-614.5%22%20y%3D%22-1360%22%20as%3D%22geometry%22%20%2F%3E%0A%20%20%20%20%20%20%20%20%3C%2FmxCell%3E%0A%20%20%20%20%20%20%20%20%3CmxCell%20id%3D%223LYolLqZqTQUdk309OIu-8%22%20parent%3D%22mUD40LC9fv-4sqKKO8cC-1%22%20style%3D%22rounded%3D0%3BwhiteSpace%3Dwrap%3Bhtml%3D1%3BfillColor%3D%23b1ddf0%3BstrokeColor%3D%2310739e%3B%22%20value%3D%22Pay%20now%22%20vertex%3D%221%22%3E%0A%20%20%20%20%20%20%20%20%20%20%3CmxGeometry%20height%3D%2260%22%20width%3D%22580%22%20x%3D%22-1320%22%20y%3D%22-840%22%20as%3D%22geometry%22%20%2F%3E%0A%20%20%20%20%20%20%20%20%3C%2FmxCell%3E%0A%20%20%20%20%20%20%20%20%3CmxCell%20id%3D%223LYolLqZqTQUdk309OIu-9%22%20parent%3D%22mUD40LC9fv-4sqKKO8cC-1%22%20style%3D%22rounded%3D0%3BwhiteSpace%3Dwrap%3Bhtml%3D1%3B%22%20value%3D%22%22%20vertex%3D%221%22%3E%0A%20%20%20%20%20%20%20%20%20%20%3CmxGeometry%20height%3D%2260%22%20width%3D%22580%22%20x%3D%22-1320%22%20y%3D%22-1110%22%20as%3D%22geometry%22%20%2F%3E%0A%20%20%20%20%20%20%20%20%3C%2FmxCell%3E%0A%20%20%20%20%20%20%20%20%3CmxCell%20id%3D%223LYolLqZqTQUdk309OIu-10%22%20parent%3D%22mUD40LC9fv-4sqKKO8cC-1%22%20style%3D%22rounded%3D0%3BwhiteSpace%3Dwrap%3Bhtml%3D1%3B%22%20value%3D%22%22%20vertex%3D%221%22%3E%0A%20%20%20%20%20%20%20%20%20%20%3CmxGeometry%20height%3D%2260%22%20width%3D%22580%22%20x%3D%22-1320%22%20y%3D%22-1230%22%20as%3D%22geometry%22%20%2F%3E%0A%20%20%20%20%20%20%20%20%3C%2FmxCell%3E%0A%20%20%20%20%20%20%20%20%3CmxCell%20id%3D%223LYolLqZqTQUdk309OIu-11%22%20parent%3D%22mUD40LC9fv-4sqKKO8cC-1%22%20style%3D%22rounded%3D0%3BwhiteSpace%3Dwrap%3Bhtml%3D1%3B%22%20value%3D%22%22%20vertex%3D%221%22%3E%0A%20%20%20%20%20%20%20%20%20%20%3CmxGeometry%20height%3D%2260%22%20width%3D%22240%22%20x%3D%22-1320%22%20y%3D%22-990%22%20as%3D%22geometry%22%20%2F%3E%0A%20%20%20%20%20%20%20%20%3C%2FmxCell%3E%0A%20%20%20%20%20%20%20%20%3CmxCell%20id%3D%223LYolLqZqTQUdk309OIu-12%22%20parent%3D%22mUD40LC9fv-4sqKKO8cC-1%22%20style%3D%22rounded%3D0%3BwhiteSpace%3Dwrap%3Bhtml%3D1%3B%22%20value%3D%22%22%20vertex%3D%221%22%3E%0A%20%20%20%20%20%20%20%20%20%20%3CmxGeometry%20height%3D%2260%22%20width%3D%22250%22%20x%3D%22-990%22%20y%3D%22-990%22%20as%3D%22geometry%22%20%2F%3E%0A%20%20%20%20%20%20%20%20%3C%2FmxCell%3E%0A%20%20%20%20%20%20%20%20%3CmxCell%20id%3D%223LYolLqZqTQUdk309OIu-14%22%20parent%3D%22mUD40LC9fv-4sqKKO8cC-1%22%20style%3D%22text%3Bhtml%3D1%3BwhiteSpace%3Dwrap%3BstrokeColor%3Dnone%3BfillColor%3Dnone%3Balign%3Dcenter%3BverticalAlign%3Dmiddle%3Brounded%3D0%3B%22%20value%3D%22%26lt%3Bb%26gt%3B%26lt%3Bfont%20style%3D%26quot%3Bfont-size%3A%2018px%3B%26quot%3B%26gt%3BStep%201%3A%20payment%26lt%3B%2Ffont%26gt%3B%26lt%3B%2Fb%26gt%3B%22%20vertex%3D%221%22%3E%0A%20%20%20%20%20%20%20%20%20%20%3CmxGeometry%20height%3D%2230%22%20width%3D%22210%22%20x%3D%22-1310%22%20y%3D%22-1330%22%20as%3D%22geometry%22%20%2F%3E%0A%20%20%20%20%20%20%20%20%3C%2FmxCell%3E%0A%20%20%20%20%20%20%20%20%3CmxCell%20id%3D%223LYolLqZqTQUdk309OIu-15%22%20parent%3D%22mUD40LC9fv-4sqKKO8cC-1%22%20style%3D%22text%3Bhtml%3D1%3BwhiteSpace%3Dwrap%3BstrokeColor%3Dnone%3BfillColor%3Dnone%3Balign%3Dcenter%3BverticalAlign%3Dmiddle%3Brounded%3D0%3B%22%20value%3D%22Name%20on%20card%22%20vertex%3D%221%22%3E%0A%20%20%20%20%20%20%20%20%20%20%3CmxGeometry%20height%3D%2230%22%20width%3D%22150%22%20x%3D%22-1310%22%20y%3D%22-1260%22%20as%3D%22geometry%22%20%2F%3E%0A%20%20%20%20%20%20%20%20%3C%2FmxCell%3E%0A%20%20%20%20%20%20%20%20%3CmxCell%20id%3D%223LYolLqZqTQUdk309OIu-16%22%20parent%3D%22mUD40LC9fv-4sqKKO8cC-1%22%20style%3D%22text%3Bhtml%3D1%3BwhiteSpace%3Dwrap%3BstrokeColor%3Dnone%3BfillColor%3Dnone%3Balign%3Dcenter%3BverticalAlign%3Dmiddle%3Brounded%3D0%3B%22%20value%3D%22Card%20number%22%20vertex%3D%221%22%3E%0A%20%20%20%20%20%20%20%20%20%20%3CmxGeometry%20height%3D%2230%22%20width%3D%22140%22%20x%3D%22-1310%22%20y%3D%22-1140%22%20as%3D%22geometry%22%20%2F%3E%0A%20%20%20%20%20%20%20%20%3C%2FmxCell%3E%0A%20%20%20%20%20%20%20%20%3CmxCell%20id%3D%223LYolLqZqTQUdk309OIu-17%22%20parent%3D%22mUD40LC9fv-4sqKKO8cC-1%22%20style%3D%22text%3Bhtml%3D1%3BwhiteSpace%3Dwrap%3BstrokeColor%3Dnone%3BfillColor%3Dnone%3Balign%3Dcenter%3BverticalAlign%3Dmiddle%3Brounded%3D0%3B%22%20value%3D%22Expiry%20date%22%20vertex%3D%221%22%3E%0A%20%20%20%20%20%20%20%20%20%20%3CmxGeometry%20height%3D%2230%22%20width%3D%22130%22%20x%3D%22-1305%22%20y%3D%22-1020%22%20as%3D%22geometry%22%20%2F%3E%0A%20%20%20%20%20%20%20%20%3C%2FmxCell%3E%0A%20%20%20%20%20%20%20%20%3CmxCell%20id%3D%223LYolLqZqTQUdk309OIu-18%22%20parent%3D%22mUD40LC9fv-4sqKKO8cC-1%22%20style%3D%22text%3Bhtml%3D1%3BwhiteSpace%3Dwrap%3BstrokeColor%3Dnone%3BfillColor%3Dnone%3Balign%3Dcenter%3BverticalAlign%3Dmiddle%3Brounded%3D0%3B%22%20value%3D%22Security%20code%22%20vertex%3D%221%22%3E%0A%20%20%20%20%20%20%20%20%20%20%3CmxGeometry%20height%3D%2230%22%20width%3D%22130%22%20x%3D%22-940%22%20y%3D%22-1020%22%20as%3D%22geometry%22%20%2F%3E%0A%20%20%20%20%20%20%20%20%3C%2FmxCell%3E%0A%20%20%20%20%20%20%20%20%3CmxCell%20id%3D%223LYolLqZqTQUdk309OIu-19%22%20parent%3D%22mUD40LC9fv-4sqKKO8cC-1%22%20style%3D%22text%3Bhtml%3D1%3BwhiteSpace%3Dwrap%3BstrokeColor%3Dnone%3BfillColor%3Dnone%3Balign%3Dcenter%3BverticalAlign%3Dmiddle%3Brounded%3D0%3B%22%20value%3D%22%26lt%3Bb%26gt%3BTotal%3A%20%C2%A30.00%26lt%3B%2Fb%26gt%3B%22%20vertex%3D%221%22%3E%0A%20%20%20%20%20%20%20%20%20%20%3CmxGeometry%20height%3D%2230%22%20width%3D%22120%22%20x%3D%22-1310%22%20y%3D%22-890%22%20as%3D%22geometry%22%20%2F%3E%0A%20%20%20%20%20%20%20%20%3C%2FmxCell%3E%0A%20%20%20%20%20%20%20%20%3CmxCell%20id%3D%223LYolLqZqTQUdk309OIu-20%22%20parent%3D%22mUD40LC9fv-4sqKKO8cC-1%22%20style%3D%22text%3Bhtml%3D1%3BwhiteSpace%3Dwrap%3BstrokeColor%3Dnone%3BfillColor%3Dnone%3Balign%3Dcenter%3BverticalAlign%3Dmiddle%3Brounded%3D0%3B%22%20value%3D%22%26lt%3Bb%26gt%3B%26lt%3Bfont%20style%3D%26quot%3Bfont-size%3A%2018px%3B%26quot%3B%26gt%3BStep%20%26amp%3Bnbsp%3B2%3A%20Order%20confirmed%26lt%3B%2Ffont%26gt%3B%26lt%3B%2Fb%26gt%3B%22%20vertex%3D%221%22%3E%0A%20%20%20%20%20%20%20%20%20%20%3CmxGeometry%20height%3D%2230%22%20width%3D%22230%22%20x%3D%22-590%22%20y%3D%22-1330%22%20as%3D%22geometry%22%20%2F%3E%0A%20%20%20%20%20%20%20%20%3C%2FmxCell%3E%0A%20%20%20%20%20%20%20%20%3CmxCell%20id%3D%223LYolLqZqTQUdk309OIu-21%22%20parent%3D%22mUD40LC9fv-4sqKKO8cC-1%22%20style%3D%22text%3Bhtml%3D1%3BwhiteSpace%3Dwrap%3BstrokeColor%3Dnone%3BfillColor%3Dnone%3Balign%3Dcenter%3BverticalAlign%3Dmiddle%3Brounded%3D0%3B%22%20value%3D%22Order%20reference%22%20vertex%3D%221%22%3E%0A%20%20%20%20%20%20%20%20%20%20%3CmxGeometry%20height%3D%2230%22%20width%3D%22150%22%20x%3D%22-570%22%20y%3D%22-1260%22%20as%3D%22geometry%22%20%2F%3E%0A%20%20%20%20%20%20%20%20%3C%2FmxCell%3E%0A%20%20%20%20%20%20%20%20%3CmxCell%20id%3D%223LYolLqZqTQUdk309OIu-22%22%20parent%3D%22mUD40LC9fv-4sqKKO8cC-1%22%20style%3D%22rounded%3D0%3BwhiteSpace%3Dwrap%3Bhtml%3D1%3B%22%20value%3D%22Product%20name%202x1%26lt%3Bdiv%26gt%3BTotal%20paid%3A%20%C2%A30.00%26lt%3B%2Fdiv%26gt%3B%22%20vertex%3D%221%22%3E%0A%20%20%20%20%20%20%20%20%20%20%3CmxGeometry%20height%3D%22190%22%20width%3D%22360%22%20x%3D%22-590%22%20y%3D%22-1160%22%20as%3D%22geometry%22%20%2F%3E%0A%20%20%20%20%20%20%20%20%3C%2FmxCell%3E%0A%20%20%20%20%20%20%20%20%3CmxCell%20id%3D%223LYolLqZqTQUdk309OIu-23%22%20parent%3D%22mUD40LC9fv-4sqKKO8cC-1%22%20style%3D%22text%3Bhtml%3D1%3BwhiteSpace%3Dwrap%3BstrokeColor%3Dnone%3BfillColor%3Dnone%3Balign%3Dcenter%3BverticalAlign%3Dmiddle%3Brounded%3D0%3B%22%20value%3D%22We%20%26amp%3Bnbsp%3Bwill%20notify%20you%20when%20your%20order%20is%20ready%20for%20collection%22%20vertex%3D%221%22%3E%0A%20%20%20%20%20%20%20%20%20%20%3CmxGeometry%20height%3D%2230%22%20width%3D%22320%22%20x%3D%22-570%22%20y%3D%22-920%22%20as%3D%22geometry%22%20%2F%3E%0A%20%20%20%20%20%20%20%20%3C%2FmxCell%3E%0A%20%20%20%20%20%20%20%20%3CmxCell%20id%3D%223LYolLqZqTQUdk309OIu-24%22%20parent%3D%22mUD40LC9fv-4sqKKO8cC-1%22%20style%3D%22text%3Bhtml%3D1%3BwhiteSpace%3Dwrap%3BstrokeColor%3Dnone%3BfillColor%3Dnone%3Balign%3Dcenter%3BverticalAlign%3Dmiddle%3Brounded%3D0%3B%22%20value%3D%22view%20my%20orders%22%20vertex%3D%221%22%3E%0A%20%20%20%20%20%20%20%20%20%20%3CmxGeometry%20height%3D%2230%22%20width%3D%22150%22%20x%3D%22-600%22%20y%3D%22-850%22%20as%3D%22geometry%22%20%2F%3E%0A%20%20%20%20%20%20%20%20%3C%2FmxCell%3E%0A%20%20%20%20%20%20%3C%2Froot%3E%0A%20%20%20%20%3C%2FmxGraphModel%3E%0A%20%20%3C%2Fdiagram%3E%0A%20%20%3Cdiagram%20name%3D%22Health%20Link%20Wireframe12%22%20id%3D%22GQY-aT2u1ujLqd3f0EDh%22%3E%0A%20%20%20%20%3CmxGraphModel%20dx%3D%223367%22%20dy%3D%222230%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MUcgn3DE5em0QSq3Sptl-0%22%20%2F%3E%0A%20%20%20%20%20%20%20%20%3CmxCell%20id%3D%22MUcgn3DE5em0QSq3Sptl-1%22%20parent%3D%22MUcgn3DE5em0QSq3Sptl-0%22%20%2F%3E%0A%20%20%20%20%20%20%20%20%3CmxCell%20id%3D%22MUcgn3DE5em0QSq3Sptl-2%22%20parent%3D%22MUcgn3DE5em0QSq3Sptl-1%22%20style%3D%22rounded%3D0%3BwhiteSpace%3Dwrap%3Bhtml%3D1%3B%22%20value%3D%22%22%20vertex%3D%221%22%3E%0A%20%20%20%20%20%20%20%20%20%20%3CmxGeometry%20height%3D%22880%22%20width%3D%221440%22%20x%3D%22-1360%22%20y%3D%22-1510%22%20as%3D%22geometry%22%20%2F%3E%0A%20%20%20%20%20%20%20%20%3C%2FmxCell%3E%0A%20%20%20%20%20%20%20%20%3CmxCell%20id%3D%22MUcgn3DE5em0QSq3Sptl-3%22%20parent%3D%22MUcgn3DE5em0QSq3Sptl-1%22%20style%3D%22rounded%3D0%3BwhiteSpace%3Dwrap%3Bhtml%3D1%3B%22%20value%3D%22%22%20vertex%3D%221%22%3E%0A%20%20%20%20%20%20%20%20%20%20%3CmxGeometry%20height%3D%2230%22%20width%3D%221440%22%20x%3D%22-1360%22%20y%3D%22-657.5%22%20as%3D%22geometry%22%20%2F%3E%0A%20%20%20%20%20%20%20%20%3C%2FmxCell%3E%0A%20%20%20%20%20%20%20%20%3CmxCell%20id%3D%22MUcgn3DE5em0QSq3Sptl-4%22%20parent%3D%22MUcgn3DE5em0QSq3Sptl-1%22%20style%3D%22rounded%3D0%3BwhiteSpace%3Dwrap%3Bhtml%3D1%3Bdirection%3Dsouth%3B%22%20value%3D%22%22%20vertex%3D%221%22%3E%0A%20%20%20%20%20%20%20%20%20%20%3CmxGeometry%20height%3D%22652.5%22%20width%3D%22210%22%20x%3D%22-160%22%20y%3D%22-1360%22%20as%3D%22geometry%22%20%2F%3E%0A%20%20%20%20%20%20%20%20%3C%2FmxCell%3E%0A%20%20%20%20%20%20%20%20%3CmxCell%20id%3D%22MUcgn3DE5em0QSq3Sptl-5%22%20parent%3D%22MUcgn3DE5em0QSq3Sptl-1%22%20style%3D%22text%3Bhtml%3D1%3BwhiteSpace%3Dwrap%3BstrokeColor%3Dnone%3BfillColor%3Dnone%3Balign%3Dcenter%3BverticalAlign%3Dmiddle%3Brounded%3D0%3B%22%20value%3D%22%26lt%3Bb%26gt%3B%26lt%3Bfont%20style%3D%26quot%3Bfont-size%3A%2014px%3B%26quot%3B%26gt%3BHealth%20Link%20001%26lt%3B%2Ffont%26gt%3B%26lt%3B%2Fb%26gt%3B%22%20vertex%3D%221%22%3E%0A%20%20%20%20%20%20%20%20%20%20%3CmxGeometry%20height%3D%2230%22%20width%3D%22120%22%20x%3D%22-1290%22%20y%3D%22-1480%22%20as%3D%22geometry%22%20%2F%3E%0A%20%20%20%20%20%20%20%20%3C%2FmxCell%3E%0A%20%20%20%20%20%20%20%20%3CmxCell%20id%3D%22MUcgn3DE5em0QSq3Sptl-6%22%20parent%3D%22MUcgn3DE5em0QSq3Sptl-1%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-710%22%20y%3D%22-1480%22%20as%3D%22geometry%22%20%2F%3E%0A%20%20%20%20%20%20%20%20%3C%2FmxCell%3E%0A%20%20%20%20%20%20%20%20%3CmxCell%20id%3D%22MUcgn3DE5em0QSq3Sptl-7%22%20parent%3D%22MUcgn3DE5em0QSq3Sptl-1%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-510%22%20y%3D%22-1480%22%20as%3D%22geometry%22%20%2F%3E%0A%20%20%20%20%20%20%20%20%3C%2FmxCell%3E%0A%20%20%20%20%20%20%20%20%3CmxCell%20id%3D%22MUcgn3DE5em0QSq3Sptl-8%22%20parent%3D%22MUcgn3DE5em0QSq3Sptl-1%22%20style%3D%22text%3Bhtml%3D1%3BwhiteSpace%3Dwrap%3BstrokeColor%3Dnone%3BfillColor%3Dnone%3Balign%3Dcenter%3BverticalAlign%3Dmiddle%3Brounded%3D0%3B%22%20value%3D%22Pharmacy%22%20vertex%3D%221%22%3E%0A%20%20%20%20%20%20%20%20%20%20%3CmxGeometry%20height%3D%2230%22%20width%3D%2290%22%20x%3D%22-370%22%20y%3D%22-1480%22%20as%3D%22geometry%22%20%2F%3E%0A%20%20%20%20%20%20%20%20%3C%2FmxCell%3E%0A%20%20%20%20%20%20%20%20%3CmxCell%20id%3D%22MUcgn3DE5em0QSq3Sptl-9%22%20parent%3D%22MUcgn3DE5em0QSq3Sptl-1%22%20style%3D%22text%3Bhtml%3D1%3BwhiteSpace%3Dwrap%3BstrokeColor%3Dnone%3BfillColor%3Dnone%3Balign%3Dcenter%3BverticalAlign%3Dmiddle%3Brounded%3D0%3B%22%20value%3D%22%26lt%3Bb%26gt%3BContact%20Us%26lt%3B%2Fb%26gt%3B%22%20vertex%3D%221%22%3E%0A%20%20%20%20%20%20%20%20%20%20%3CmxGeometry%20height%3D%2230%22%20width%3D%2290%22%20x%3D%22-240%22%20y%3D%22-1480%22%20as%3D%22geometry%22%20%2F%3E%0A%20%20%20%20%20%20%20%20%3C%2FmxCell%3E%0A%20%20%20%20%20%20%20%20%3CmxCell%20id%3D%22MUcgn3DE5em0QSq3Sptl-10%22%20parent%3D%22MUcgn3DE5em0QSq3Sptl-1%22%20style%3D%22text%3Bhtml%3D1%3BwhiteSpace%3Dwrap%3BstrokeColor%3Dnone%3BfillColor%3Dnone%3Balign%3Dcenter%3BverticalAlign%3Dmiddle%3Brounded%3D0%3B%22%20value%3D%22%26lt%3Bb%26gt%3BMy%20Account%26lt%3B%2Fb%26gt%3B%22%20vertex%3D%221%22%3E%0A%20%20%20%20%20%20%20%20%20%20%3CmxGeometry%20height%3D%2250%22%20width%3D%2290%22%20x%3D%22-77.5%22%20y%3D%22-1490%22%20as%3D%22geometry%22%20%2F%3E%0A%20%20%20%20%20%20%20%20%3C%2FmxCell%3E%0A%20%20%20%20%20%20%20%20%3CmxCell%20id%3D%22MUcgn3DE5em0QSq3Sptl-11%22%20parent%3D%22MUcgn3DE5em0QSq3Sptl-1%22%20style%3D%22text%3Bhtml%3D1%3BwhiteSpace%3Dwrap%3BstrokeColor%3Dnone%3BfillColor%3Dnone%3Balign%3Dcenter%3BverticalAlign%3Dmiddle%3Brounded%3D0%3B%22%20value%3D%22%26lt%3Bb%26gt%3BAnnotations%26lt%3B%2Fb%26gt%3B%22%20vertex%3D%221%22%3E%0A%20%20%20%20%20%20%20%20%20%20%3CmxGeometry%20height%3D%2230%22%20width%3D%2260%22%20x%3D%22-110%22%20y%3D%22-1305%22%20as%3D%22geometry%22%20%2F%3E%0A%20%20%20%20%20%20%20%20%3C%2FmxCell%3E%0A%20%20%20%20%20%20%20%20%3CmxCell%20id%3D%22MUcgn3DE5em0QSq3Sptl-12%22%20parent%3D%22MUcgn3DE5em0QSq3Sptl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-180%22%20y%3D%22-660%22%20as%3D%22geometry%22%20%2F%3E%0A%20%20%20%20%20%20%20%20%3C%2FmxCell%3E%0A%20%20%20%20%20%20%20%20%3CmxCell%20id%3D%22MUcgn3DE5em0QSq3Sptl-13%22%20parent%3D%22MUcgn3DE5em0QSq3Sptl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-122.5%22%20y%3D%22-660%22%20as%3D%22geometry%22%20%2F%3E%0A%20%20%20%20%20%20%20%20%3C%2FmxCell%3E%0A%20%20%20%20%20%20%20%20%3CmxCell%20id%3D%22MUcgn3DE5em0QSq3Sptl-14%22%20parent%3D%22MUcgn3DE5em0QSq3Sptl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225%22%20y%3D%22-657.5%22%20as%3D%22geometry%22%20%2F%3E%0A%20%20%20%20%20%20%20%20%3C%2FmxCell%3E%0A%20%20%20%20%20%20%20%20%3CmxCell%20id%3D%22MUcgn3DE5em0QSq3Sptl-15%22%20parent%3D%22MUcgn3DE5em0QSq3Sptl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2230%22%20y%3D%22-660%22%20as%3D%22geometry%22%20%2F%3E%0A%20%20%20%20%20%20%20%20%3C%2FmxCell%3E%0A%20%20%20%20%20%20%20%20%3CmxCell%20id%3D%22MUcgn3DE5em0QSq3Sptl-16%22%20parent%3D%22MUcgn3DE5em0QSq3Sptl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-92.5%22%20y%3D%22-660%22%20as%3D%22geometry%22%20%2F%3E%0A%20%20%20%20%20%20%20%20%3C%2FmxCell%3E%0A%20%20%20%20%20%20%20%20%3CmxCell%20id%3D%22MUcgn3DE5em0QSq3Sptl-17%22%20parent%3D%22MUcgn3DE5em0QSq3Sptl-1%22%20style%3D%22text%3Bhtml%3D1%3BwhiteSpace%3Dwrap%3BstrokeColor%3Dnone%3BfillColor%3Dnone%3Balign%3Dcenter%3BverticalAlign%3Dmiddle%3Brounded%3D0%3B%22%20value%3D%22WF-10%20%2F%20Pharmacy%20order%20ready%20and%20collection%22%20vertex%3D%221%22%3E%0A%20%20%20%20%20%20%20%20%20%20%3CmxGeometry%20height%3D%2230%22%20width%3D%22250%22%20x%3D%22-1320%22%20y%3D%22-657.5%22%20as%3D%22geometry%22%20%2F%3E%0A%20%20%20%20%20%20%20%20%3C%2FmxCell%3E%0A%20%20%20%20%20%20%20%20%3CmxCell%20id%3D%22MUcgn3DE5em0QSq3Sptl-18%22%20edge%3D%221%22%20parent%3D%22MUcgn3DE5em0QSq3Sptl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-470%22%20y%3D%22-780%22%20as%3D%22sourcePoint%22%20%2F%3E%0A%20%20%20%20%20%20%20%20%20%20%20%20%3CmxPoint%20x%3D%22-470%22%20y%3D%22-780%22%20as%3D%22targetPoint%22%20%2F%3E%0A%20%20%20%20%20%20%20%20%20%20%3C%2FmxGeometry%3E%0A%20%20%20%20%20%20%20%20%3C%2FmxCell%3E%0A%20%20%20%20%20%20%20%20%3CmxCell%20id%3D%22MUcgn3DE5em0QSq3Sptl-19%22%20parent%3D%22MUcgn3DE5em0QSq3Sptl-1%22%20style%3D%22text%3Bhtml%3D1%3BwhiteSpace%3Dwrap%3BstrokeColor%3Dnone%3BfillColor%3Dnone%3Balign%3Dcenter%3BverticalAlign%3Dmiddle%3Brounded%3D0%3B%22%20value%3D%221%20Order%20status%20shows%20each%20order.%20Approved%20orders%20are%20collected%20from%20the%20hospital%20pharmacy%26lt%3Bdiv%26gt%3B%26lt%3Bbr%26gt%3B%26lt%3B%2Fdiv%26gt%3B%26lt%3Bdiv%26gt%3B%26lt%3Bbr%26gt%3B%26lt%3Bdiv%26gt%3B2%20Patients%20are%20notified%20when%20their%20order%20is%20ready%20for%20collection.%26lt%3B%2Fdiv%26gt%3B%26lt%3Bdiv%26gt%3B%26lt%3Bbr%26gt%3B%26lt%3B%2Fdiv%26gt%3B%26lt%3Bdiv%26gt%3B%26lt%3Bbr%26gt%3B%26lt%3B%2Fdiv%26gt%3B%26lt%3Bdiv%26gt%3B3%20Collection%20details%20comes%20from%20hospital%20representatives.%26lt%3B%2Fdiv%26gt%3B%26lt%3B%2Fdiv%26gt%3B%22%20vertex%3D%221%22%3E%0A%20%20%20%20%20%20%20%20%20%20%3CmxGeometry%20height%3D%22173.25%22%20width%3D%22185%22%20x%3D%22-147.5%22%20y%3D%22-1242.88%22%20as%3D%22geometry%22%20%2F%3E%0A%20%20%20%20%20%20%20%20%3C%2FmxCell%3E%0A%20%20%20%20%20%20%20%20%3CmxCell%20id%3D%22MUcgn3DE5em0QSq3Sptl-20%22%20edge%3D%221%22%20parent%3D%22MUcgn3DE5em0QSq3Sptl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-730%22%20y%3D%22-830%22%20as%3D%22sourcePoint%22%20%2F%3E%0A%20%20%20%20%20%20%20%20%20%20%20%20%3CmxPoint%20x%3D%22-730%22%20y%3D%22-830%22%20as%3D%22targetPoint%22%20%2F%3E%0A%20%20%20%20%20%20%20%20%20%20%3C%2FmxGeometry%3E%0A%20%20%20%20%20%20%20%20%3C%2FmxCell%3E%0A%20%20%20%20%20%20%20%20%3CmxCell%20id%3D%22MUcgn3DE5em0QSq3Sptl-21%22%20parent%3D%22MUcgn3DE5em0QSq3Sptl-1%22%20style%3D%22rounded%3D0%3BwhiteSpace%3Dwrap%3Bhtml%3D1%3B%22%20value%3D%22%22%20vertex%3D%221%22%3E%0A%20%20%20%20%20%20%20%20%20%20%3CmxGeometry%20height%3D%22630%22%20width%3D%221155%22%20x%3D%22-1335%22%20y%3D%22-1360%22%20as%3D%22geometry%22%20%2F%3E%0A%20%20%20%20%20%20%20%20%3C%2FmxCell%3E%0A%20%20%20%20%20%20%20%20%3CmxCell%20id%3D%22MUcgn3DE5em0QSq3Sptl-23%22%20parent%3D%22MUcgn3DE5em0QSq3Sptl-1%22%20style%3D%22rounded%3D0%3BwhiteSpace%3Dwrap%3Bhtml%3D1%3B%22%20value%3D%22%22%20vertex%3D%221%22%3E%0A%20%20%20%20%20%20%20%20%20%20%3CmxGeometry%20height%3D%2260%22%20width%3D%221060%22%20x%3D%22-1290%22%20y%3D%22-1069.63%22%20as%3D%22geometry%22%20%2F%3E%0A%20%20%20%20%20%20%20%20%3C%2FmxCell%3E%0A%20%20%20%20%20%20%20%20%3CmxCell%20id%3D%22MUcgn3DE5em0QSq3Sptl-24%22%20parent%3D%22MUcgn3DE5em0QSq3Sptl-1%22%20style%3D%22rounded%3D0%3BwhiteSpace%3Dwrap%3Bhtml%3D1%3B%22%20value%3D%22%22%20vertex%3D%221%22%3E%0A%20%20%20%20%20%20%20%20%20%20%3CmxGeometry%20height%3D%2260%22%20width%3D%221060%22%20x%3D%22-1290%22%20y%3D%22-1169%22%20as%3D%22geometry%22%20%2F%3E%0A%20%20%20%20%20%20%20%20%3C%2FmxCell%3E%0A%20%20%20%20%20%20%20%20%3CmxCell%20id%3D%22MUcgn3DE5em0QSq3Sptl-25%22%20parent%3D%22MUcgn3DE5em0QSq3Sptl-1%22%20style%3D%22rounded%3D0%3BwhiteSpace%3Dwrap%3Bhtml%3D1%3B%22%20value%3D%22%22%20vertex%3D%221%22%3E%0A%20%20%20%20%20%20%20%20%20%20%3CmxGeometry%20height%3D%2260%22%20width%3D%221070%22%20x%3D%22-1300%22%20y%3D%22-1270%22%20as%3D%22geometry%22%20%2F%3E%0A%20%20%20%20%20%20%20%20%3C%2FmxCell%3E%0A%20%20%20%20%20%20%20%20%3CmxCell%20id%3D%22MUcgn3DE5em0QSq3Sptl-28%22%20parent%3D%22MUcgn3DE5em0QSq3Sptl-1%22%20style%3D%22text%3Bhtml%3D1%3BwhiteSpace%3Dwrap%3BstrokeColor%3Dnone%3BfillColor%3Dnone%3Balign%3Dcenter%3BverticalAlign%3Dmiddle%3Brounded%3D0%3B%22%20value%3D%22%26lt%3Bfont%20size%3D%26quot%3B4%26quot%3B%26gt%3B%26lt%3Bb%26gt%3BMy%20orders%26lt%3B%2Fb%26gt%3B%26lt%3B%2Ffont%26gt%3B%22%20vertex%3D%221%22%3E%0A%20%20%20%20%20%20%20%20%20%20%3CmxGeometry%20height%3D%2230%22%20width%3D%22210%22%20x%3D%22-1310%22%20y%3D%22-1330%22%20as%3D%22geometry%22%20%2F%3E%0A%20%20%20%20%20%20%20%20%3C%2FmxCell%3E%0A%20%20%20%20%20%20%20%20%3CmxCell%20id%3D%22MUcgn3DE5em0QSq3Sptl-36%22%20parent%3D%22MUcgn3DE5em0QSq3Sptl-1%22%20style%3D%22rounded%3D0%3BwhiteSpace%3Dwrap%3Bhtml%3D1%3B%22%20value%3D%22%26lt%3Bb%26gt%3BCollection%20details%26lt%3B%2Fb%26gt%3B%26lt%3Bdiv%26gt%3B%26lt%3Bb%26gt%3B%26lt%3Bbr%26gt%3B%26lt%3B%2Fb%26gt%3B%26lt%3B%2Fdiv%26gt%3B%26lt%3Bdiv%26gt%3B%26lt%3Bb%26gt%3B%26lt%3Bbr%26gt%3B%26lt%3B%2Fb%26gt%3B%26lt%3B%2Fdiv%26gt%3B%26lt%3Bdiv%26gt%3B%26lt%3Bb%26gt%3B%26lt%3Bbr%26gt%3B%26lt%3B%2Fb%26gt%3B%26lt%3B%2Fdiv%26gt%3B%26lt%3Bdiv%26gt%3B%26lt%3Bb%26gt%3B%26lt%3Bbr%26gt%3B%26lt%3B%2Fb%26gt%3B%26lt%3Bdiv%26gt%3B%26lt%3Bb%26gt%3BPharmacy%20location%20and%20opening%26amp%3Bnbsp%3Bhours%20supplied%20by%20the%20hospital.%20Quote%20your%20order%20reference%20at%20the%20counter%26lt%3B%2Fb%26gt%3B%26lt%3B%2Fdiv%26gt%3B%26lt%3Bdiv%26gt%3B%26lt%3Bdiv%26gt%3B%26lt%3Bbr%26gt%3B%26lt%3B%2Fdiv%26gt%3B%26lt%3Bdiv%26gt%3B%26lt%3Bbr%26gt%3B%26lt%3B%2Fdiv%26gt%3B%26lt%3Bdiv%26gt%3B%26lt%3Bbr%26gt%3B%26lt%3Bdiv%26gt%3B%26lt%3Bbr%26gt%3B%26lt%3B%2Fdiv%26gt%3B%26lt%3B%2Fdiv%26gt%3B%26lt%3B%2Fdiv%26gt%3B%26lt%3B%2Fdiv%26gt%3B%22%20vertex%3D%221%22%3E%0A%20%20%20%20%20%20%20%20%20%20%3CmxGeometry%20height%3D%22220%22%20width%3D%22450%22%20x%3D%22-680%22%20y%3D%22-970%22%20as%3D%22geometry%22%20%2F%3E%0A%20%20%20%20%20%20%20%20%3C%2FmxCell%3E%0A%20%20%20%20%20%20%20%20%3CmxCell%20id%3D%22RCPL2GNZnG-Mk7jV7EMn-8%22%20parent%3D%22MUcgn3DE5em0QSq3Sptl-1%22%20style%3D%22rounded%3D0%3BwhiteSpace%3Dwrap%3Bhtml%3D1%3B%22%20value%3D%22%26lt%3Bb%26gt%3BNotification%20\(email\)%26lt%3B%2Fb%26gt%3B%26lt%3Bdiv%26gt%3B%26lt%3Bbr%26gt%3B%26lt%3B%2Fdiv%26gt%3B%26lt%3Bdiv%26gt%3B%26lt%3Bbr%26gt%3B%26lt%3B%2Fdiv%26gt%3B%26lt%3Bdiv%26gt%3B%26lt%3Bbr%26gt%3B%26lt%3B%2Fdiv%26gt%3B%26lt%3Bdiv%26gt%3BYour%20order%20HL-000003%20is%20ready%20for%20collection%20from%20the%20hospital%20pharmacy%26lt%3B%2Fdiv%26gt%3B%22%20vertex%3D%221%22%3E%0A%20%20%20%20%20%20%20%20%20%20%3CmxGeometry%20height%3D%22210%22%20width%3D%22470%22%20x%3D%22-1290%22%20y%3D%22-970%22%20as%3D%22geometry%22%20%2F%3E%0A%20%20%20%20%20%20%20%20%3C%2FmxCell%3E%0A%20%20%20%20%20%20%20%20%3CmxCell%20id%3D%22RCPL2GNZnG-Mk7jV7EMn-9%22%20parent%3D%22MUcgn3DE5em0QSq3Sptl-1%22%20style%3D%22rounded%3D0%3BwhiteSpace%3Dwrap%3Bhtml%3D1%3BfillColor%3D%23b1ddf0%3BstrokeColor%3D%2310739e%3B%22%20value%3D%22Collection%20details%22%20vertex%3D%221%22%3E%0A%20%20%20%20%20%20%20%20%20%20%3CmxGeometry%20height%3D%2250%22%20width%3D%22237.5%22%20x%3D%22-480%22%20y%3D%22-1265%22%20as%3D%22geometry%22%20%2F%3E%0A%20%20%20%20%20%20%20%20%3C%2FmxCell%3E%0A%20%20%20%20%20%20%20%20%3CmxCell%20id%3D%22RCPL2GNZnG-Mk7jV7EMn-10%22%20parent%3D%22MUcgn3DE5em0QSq3Sptl-1%22%20style%3D%22text%3Bhtml%3D1%3BwhiteSpace%3Dwrap%3BstrokeColor%3Dnone%3BfillColor%3Dnone%3Balign%3Dcenter%3BverticalAlign%3Dmiddle%3Brounded%3D0%3B%22%20value%3D%22%26lt%3Bb%26gt%3BReady%20for%20collections%26lt%3B%2Fb%26gt%3B%22%20vertex%3D%221%22%3E%0A%20%20%20%20%20%20%20%20%20%20%3CmxGeometry%20height%3D%2230%22%20width%3D%22220%22%20x%3D%22-880%22%20y%3D%22-1255%22%20as%3D%22geometry%22%20%2F%3E%0A%20%20%20%20%20%20%20%20%3C%2FmxCell%3E%0A%20%20%20%20%20%20%20%20%3CmxCell%20id%3D%22RCPL2GNZnG-Mk7jV7EMn-11%22%20parent%3D%22MUcgn3DE5em0QSq3Sptl-1%22%20style%3D%22text%3Bhtml%3D1%3BwhiteSpace%3Dwrap%3BstrokeColor%3Dnone%3BfillColor%3Dnone%3Balign%3Dcenter%3BverticalAlign%3Dmiddle%3Brounded%3D0%3B%22%20value%3D%22%26amp%3Bnbsp%3BAwaiting%20verification%22%20vertex%3D%221%22%3E%0A%20%20%20%20%20%20%20%20%20%20%3CmxGeometry%20height%3D%2230%22%20width%3D%22150%22%20x%3D%22-840%22%20y%3D%22-1150%22%20as%3D%22geometry%22%20%2F%3E%0A%20%20%20%20%20%20%20%20%3C%2FmxCell%3E%0A%20%20%20%20%20%20%20%20%3CmxCell%20id%3D%22RCPL2GNZnG-Mk7jV7EMn-12%22%20parent%3D%22MUcgn3DE5em0QSq3Sptl-1%22%20style%3D%22text%3Bhtml%3D1%3BwhiteSpace%3Dwrap%3BstrokeColor%3Dnone%3BfillColor%3Dnone%3Balign%3Dcenter%3BverticalAlign%3Dmiddle%3Brounded%3D0%3B%22%20value%3D%22Collected%22%20vertex%3D%221%22%3E%0A%20%20%20%20%20%20%20%20%20%20%3CmxGeometry%20height%3D%2230%22%20width%3D%2260%22%20x%3D%22-800%22%20y%3D%22-1054.63%22%20as%3D%22geometry%22%20%2F%3E%0A%20%20%20%20%20%20%20%20%3C%2FmxCell%3E%0A%20%20%20%20%20%20%20%20%3CmxCell%20id%3D%22RCPL2GNZnG-Mk7jV7EMn-13%22%20parent%3D%22MUcgn3DE5em0QSq3Sptl-1%22%20style%3D%22text%3Bhtml%3D1%3BwhiteSpace%3Dwrap%3BstrokeColor%3Dnone%3BfillColor%3Dnone%3Balign%3Dcenter%3BverticalAlign%3Dmiddle%3Brounded%3D0%3B%22%20value%3D%22HL-000003%22%20vertex%3D%221%22%3E%0A%20%20%20%20%20%20%20%20%20%20%3CmxGeometry%20height%3D%2230%22%20width%3D%22160%22%20x%3D%22-1335%22%20y%3D%22-1255%22%20as%3D%22geometry%22%20%2F%3E%0A%20%20%20%20%20%20%20%20%3C%2FmxCell%3E%0A%20%20%20%20%20%20%20%20%3CmxCell%20id%3D%22RCPL2GNZnG-Mk7jV7EMn-14%22%20parent%3D%22MUcgn3DE5em0QSq3Sptl-1%22%20style%3D%22text%3Bhtml%3D1%3BwhiteSpace%3Dwrap%3BstrokeColor%3Dnone%3BfillColor%3Dnone%3Balign%3Dcenter%3BverticalAlign%3Dmiddle%3Brounded%3D0%3B%22%20value%3D%22HL-000002%22%20vertex%3D%221%22%3E%0A%20%20%20%20%20%20%20%20%20%20%3CmxGeometry%20height%3D%2230%22%20width%3D%22105%22%20x%3D%22-1290%22%20y%3D%22-1154%22%20as%3D%22geometry%22%20%2F%3E%0A%20%20%20%20%20%20%20%20%3C%2FmxCell%3E%0A%20%20%20%20%20%20%20%20%3CmxCell%20id%3D%22RCPL2GNZnG-Mk7jV7EMn-15%22%20parent%3D%22MUcgn3DE5em0QSq3Sptl-1%22%20style%3D%22text%3Bhtml%3D1%3BwhiteSpace%3Dwrap%3BstrokeColor%3Dnone%3BfillColor%3Dnone%3Balign%3Dcenter%3BverticalAlign%3Dmiddle%3Brounded%3D0%3B%22%20value%3D%22%26amp%3Bnbsp%3BHl-000001%20%22%20vertex%3D%221%22%3E%0A%20%20%20%20%20%20%20%20%20%20%3CmxGeometry%20height%3D%2230%22%20width%3D%22140%22%20x%3D%22-1307.5%22%20y%3D%22-1054.63%22%20as%3D%22geometry%22%20%2F%3E%0A%20%20%20%20%20%20%20%20%3C%2FmxCell%3E%0A%20%20%20%20%20%20%3C%2Froot%3E%0A%20%20%20%20%3C%2FmxGraphModel%3E%0A%20%20%3C%2Fdiagram%3E%0A%20%20%3Cdiagram%20name%3D%22Health%20Link%20Wireframe13%22%20id%3D%22rXCfuIukHzO32EhqM91T%22%3E%0A%20%20%20%20%3CmxGraphModel%20dx%3D%223367%22%20dy%3D%222230%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VNVBuO6Bwo0_TZb1a7X4-0%22%20%2F%3E%0A%20%20%20%20%20%20%20%20%3CmxCell%20id%3D%22VNVBuO6Bwo0_TZb1a7X4-1%22%20parent%3D%22VNVBuO6Bwo0_TZb1a7X4-0%22%20%2F%3E%0A%20%20%20%20%20%20%20%20%3CmxCell%20id%3D%22VNVBuO6Bwo0_TZb1a7X4-2%22%20parent%3D%22VNVBuO6Bwo0_TZb1a7X4-1%22%20style%3D%22rounded%3D0%3BwhiteSpace%3Dwrap%3Bhtml%3D1%3B%22%20value%3D%22%22%20vertex%3D%221%22%3E%0A%20%20%20%20%20%20%20%20%20%20%3CmxGeometry%20height%3D%22890%22%20width%3D%221440%22%20x%3D%22-1360%22%20y%3D%22-1520%22%20as%3D%22geometry%22%20%2F%3E%0A%20%20%20%20%20%20%20%20%3C%2FmxCell%3E%0A%20%20%20%20%20%20%20%20%3CmxCell%20id%3D%22VNVBuO6Bwo0_TZb1a7X4-3%22%20parent%3D%22VNVBuO6Bwo0_TZb1a7X4-1%22%20style%3D%22rounded%3D0%3BwhiteSpace%3Dwrap%3Bhtml%3D1%3B%22%20value%3D%22%22%20vertex%3D%221%22%3E%0A%20%20%20%20%20%20%20%20%20%20%3CmxGeometry%20height%3D%2230%22%20width%3D%221440%22%20x%3D%22-1360%22%20y%3D%22-657.5%22%20as%3D%22geometry%22%20%2F%3E%0A%20%20%20%20%20%20%20%20%3C%2FmxCell%3E%0A%20%20%20%20%20%20%20%20%3CmxCell%20id%3D%22VNVBuO6Bwo0_TZb1a7X4-4%22%20parent%3D%22VNVBuO6Bwo0_TZb1a7X4-1%22%20style%3D%22rounded%3D0%3BwhiteSpace%3Dwrap%3Bhtml%3D1%3Bdirection%3Dsouth%3B%22%20value%3D%22%22%20vertex%3D%221%22%3E%0A%20%20%20%20%20%20%20%20%20%20%3CmxGeometry%20height%3D%22652.5%22%20width%3D%22210%22%20x%3D%22-160%22%20y%3D%22-1360%22%20as%3D%22geometry%22%20%2F%3E%0A%20%20%20%20%20%20%20%20%3C%2FmxCell%3E%0A%20%20%20%20%20%20%20%20%3CmxCell%20id%3D%22VNVBuO6Bwo0_TZb1a7X4-5%22%20parent%3D%22VNVBuO6Bwo0_TZb1a7X4-1%22%20style%3D%22text%3Bhtml%3D1%3BwhiteSpace%3Dwrap%3BstrokeColor%3Dnone%3BfillColor%3Dnone%3Balign%3Dcenter%3BverticalAlign%3Dmiddle%3Brounded%3D0%3B%22%20value%3D%22%26lt%3Bb%26gt%3B%26lt%3Bfont%20style%3D%26quot%3Bfont-size%3A%2014px%3B%26quot%3B%26gt%3BHealth%20Link%20001%26lt%3B%2Ffont%26gt%3B%26lt%3B%2Fb%26gt%3B%22%20vertex%3D%221%22%3E%0A%20%20%20%20%20%20%20%20%20%20%3CmxGeometry%20height%3D%2230%22%20width%3D%22120%22%20x%3D%22-1290%22%20y%3D%22-1480%22%20as%3D%22geometry%22%20%2F%3E%0A%20%20%20%20%20%20%20%20%3C%2FmxCell%3E%0A%20%20%20%20%20%20%20%20%3CmxCell%20id%3D%22VNVBuO6Bwo0_TZb1a7X4-6%22%20parent%3D%22VNVBuO6Bwo0_TZb1a7X4-1%22%20style%3D%22text%3Bhtml%3D1%3BwhiteSpace%3Dwrap%3BstrokeColor%3Dnone%3BfillColor%3Dnone%3Balign%3Dcenter%3BverticalAlign%3Dmiddle%3Brounded%3D0%3B%22%20value%3D%22Home%22%20vertex%3D%221%22%3E%0A%20%20%20%20%20%20%20%20%20%20%3CmxGeometry%20height%3D%2230%22%20width%3D%2260%22%20x%3D%22-710%22%20y%3D%22-1480%22%20as%3D%22geometry%22%20%2F%3E%0A%20%20%20%20%20%20%20%20%3C%2FmxCell%3E%0A%20%20%20%20%20%20%20%20%3CmxCell%20id%3D%22VNVBuO6Bwo0_TZb1a7X4-7%22%20parent%3D%22VNVBuO6Bwo0_TZb1a7X4-1%22%20style%3D%22text%3Bhtml%3D1%3BwhiteSpace%3Dwrap%3BstrokeColor%3Dnone%3BfillColor%3Dnone%3Balign%3Dcenter%3BverticalAlign%3Dmiddle%3Brounded%3D0%3B%22%20value%3D%22About%20Us%22%20vertex%3D%221%22%3E%0A%20%20%20%20%20%20%20%20%20%20%3CmxGeometry%20height%3D%2230%22%20width%3D%2270%22%20x%3D%22-510%22%20y%3D%22-1480%22%20as%3D%22geometry%22%20%2F%3E%0A%20%20%20%20%20%20%20%20%3C%2FmxCell%3E%0A%20%20%20%20%20%20%20%20%3CmxCell%20id%3D%22VNVBuO6Bwo0_TZb1a7X4-8%22%20parent%3D%22VNVBuO6Bwo0_TZb1a7X4-1%22%20style%3D%22text%3Bhtml%3D1%3BwhiteSpace%3Dwrap%3BstrokeColor%3Dnone%3BfillColor%3Dnone%3Balign%3Dcenter%3BverticalAlign%3Dmiddle%3Brounded%3D0%3B%22%20value%3D%22Pharmacy%22%20vertex%3D%221%22%3E%0A%20%20%20%20%20%20%20%20%20%20%3CmxGeometry%20height%3D%2230%22%20width%3D%2290%22%20x%3D%22-370%22%20y%3D%22-1480%22%20as%3D%22geometry%22%20%2F%3E%0A%20%20%20%20%20%20%20%20%3C%2FmxCell%3E%0A%20%20%20%20%20%20%20%20%3CmxCell%20id%3D%22VNVBuO6Bwo0_TZb1a7X4-9%22%20parent%3D%22VNVBuO6Bwo0_TZb1a7X4-1%22%20style%3D%22text%3Bhtml%3D1%3BwhiteSpace%3Dwrap%3BstrokeColor%3Dnone%3BfillColor%3Dnone%3Balign%3Dcenter%3BverticalAlign%3Dmiddle%3Brounded%3D0%3B%22%20value%3D%22%26lt%3Bb%26gt%3BContact%20Us%26lt%3B%2Fb%26gt%3B%22%20vertex%3D%221%22%3E%0A%20%20%20%20%20%20%20%20%20%20%3CmxGeometry%20height%3D%2230%22%20width%3D%2290%22%20x%3D%22-240%22%20y%3D%22-1480%22%20as%3D%22geometry%22%20%2F%3E%0A%20%20%20%20%20%20%20%20%3C%2FmxCell%3E%0A%20%20%20%20%20%20%20%20%3CmxCell%20id%3D%22VNVBuO6Bwo0_TZb1a7X4-10%22%20parent%3D%22VNVBuO6Bwo0_TZb1a7X4-1%22%20style%3D%22text%3Bhtml%3D1%3BwhiteSpace%3Dwrap%3BstrokeColor%3Dnone%3BfillColor%3Dnone%3Balign%3Dcenter%3BverticalAlign%3Dmiddle%3Brounded%3D0%3B%22%20value%3D%22%26lt%3Bb%26gt%3BMy%20Account%26lt%3B%2Fb%26gt%3B%22%20vertex%3D%221%22%3E%0A%20%20%20%20%20%20%20%20%20%20%3CmxGeometry%20height%3D%2250%22%20width%3D%2290%22%20x%3D%22-77.5%22%20y%3D%22-1490%22%20as%3D%22geometry%22%20%2F%3E%0A%20%20%20%20%20%20%20%20%3C%2FmxCell%3E%0A%20%20%20%20%20%20%20%20%3CmxCell%20id%3D%22VNVBuO6Bwo0_TZb1a7X4-12%22%20parent%3D%22VNVBuO6Bwo0_TZb1a7X4-1%22%20style%3D%22shape%3Dimage%3Bhtml%3D1%3BverticalAlign%3Dtop%3BverticalLabelPosition%3Dbottom%3BlabelBackgroundColor%3D%23ffffff%3BimageAspect%3D0%3Baspect%3Dfixed%3Bimage%3Dhttps%3A%2F%2Ficons.diagrams.net%2Ficon-cache1%2Fsocial_media_icon-2478%2Ffacebook-550.svg%22%20value%3D%22%22%20vertex%3D%221%22%3E%0A%20%20%20%20%20%20%20%20%20%20%3CmxGeometry%20height%3D%2230%22%20width%3D%2230%22%20x%3D%22-180%22%20y%3D%22-660%22%20as%3D%22geometry%22%20%2F%3E%0A%20%20%20%20%20%20%20%20%3C%2FmxCell%3E%0A%20%20%20%20%20%20%20%20%3CmxCell%20id%3D%22VNVBuO6Bwo0_TZb1a7X4-13%22%20parent%3D%22VNVBuO6Bwo0_TZb1a7X4-1%22%20style%3D%22shape%3Dimage%3Bhtml%3D1%3BverticalAlign%3Dtop%3BverticalLabelPosition%3Dbottom%3BlabelBackgroundColor%3D%23ffffff%3BimageAspect%3D0%3Baspect%3Dfixed%3Bimage%3Dhttps%3A%2F%2Ficons.diagrams.net%2Ficon-cache1%2FCapSocial_Round-2002%2Ftwitter-1206.svg%22%20value%3D%22%22%20vertex%3D%221%22%3E%0A%20%20%20%20%20%20%20%20%20%20%3CmxGeometry%20height%3D%2230%22%20width%3D%2230%22%20x%3D%22-122.5%22%20y%3D%22-660%22%20as%3D%22geometry%22%20%2F%3E%0A%20%20%20%20%20%20%20%20%3C%2FmxCell%3E%0A%20%20%20%20%20%20%20%20%3CmxCell%20id%3D%22VNVBuO6Bwo0_TZb1a7X4-14%22%20parent%3D%22VNVBuO6Bwo0_TZb1a7X4-1%22%20style%3D%22strokeColor%3D%23999999%3BverticalLabelPosition%3Dbottom%3Bshadow%3D0%3Bdashed%3D0%3BverticalAlign%3Dtop%3BstrokeWidth%3D2%3Bhtml%3D1%3Bshape%3Dmxgraph.mockup.misc.copyrightIcon%3B%22%20value%3D%22%22%20vertex%3D%221%22%3E%0A%20%20%20%20%20%20%20%20%20%20%3CmxGeometry%20height%3D%2225%22%20width%3D%2225%22%20x%3D%225%22%20y%3D%22-657.5%22%20as%3D%22geometry%22%20%2F%3E%0A%20%20%20%20%20%20%20%20%3C%2FmxCell%3E%0A%20%20%20%20%20%20%20%20%3CmxCell%20id%3D%22VNVBuO6Bwo0_TZb1a7X4-15%22%20parent%3D%22VNVBuO6Bwo0_TZb1a7X4-1%22%20style%3D%22text%3Bhtml%3D1%3BwhiteSpace%3Dwrap%3BstrokeColor%3Dnone%3BfillColor%3Dnone%3Balign%3Dcenter%3BverticalAlign%3Dmiddle%3Brounded%3D0%3B%22%20value%3D%222026%22%20vertex%3D%221%22%3E%0A%20%20%20%20%20%20%20%20%20%20%3CmxGeometry%20height%3D%2230%22%20width%3D%2250%22%20x%3D%2230%22%20y%3D%22-660%22%20as%3D%22geometry%22%20%2F%3E%0A%20%20%20%20%20%20%20%20%3C%2FmxCell%3E%0A%20%20%20%20%20%20%20%20%3CmxCell%20id%3D%22VNVBuO6Bwo0_TZb1a7X4-16%22%20parent%3D%22VNVBuO6Bwo0_TZb1a7X4-1%22%20style%3D%22text%3Bhtml%3D1%3BwhiteSpace%3Dwrap%3BstrokeColor%3Dnone%3BfillColor%3Dnone%3Balign%3Dcenter%3BverticalAlign%3Dmiddle%3Brounded%3D0%3B%22%20value%3D%22Health%20Link%20001%22%20vertex%3D%221%22%3E%0A%20%20%20%20%20%20%20%20%20%20%3CmxGeometry%20height%3D%2230%22%20width%3D%22105%22%20x%3D%22-92.5%22%20y%3D%22-660%22%20as%3D%22geometry%22%20%2F%3E%0A%20%20%20%20%20%20%20%20%3C%2FmxCell%3E%0A%20%20%20%20%20%20%20%20%3CmxCell%20id%3D%22VNVBuO6Bwo0_TZb1a7X4-17%22%20parent%3D%22VNVBuO6Bwo0_TZb1a7X4-1%22%20style%3D%22text%3Bhtml%3D1%3BwhiteSpace%3Dwrap%3BstrokeColor%3Dnone%3BfillColor%3Dnone%3Balign%3Dcenter%3BverticalAlign%3Dmiddle%3Brounded%3D0%3B%22%20value%3D%22WF-11%20%2F%20Traceability%20and%20open%20question%22%20vertex%3D%221%22%3E%0A%20%20%20%20%20%20%20%20%20%20%3CmxGeometry%20height%3D%2230%22%20width%3D%22250%22%20x%3D%22-1320%22%20y%3D%22-657.5%22%20as%3D%22geometry%22%20%2F%3E%0A%20%20%20%20%20%20%20%20%3C%2FmxCell%3E%0A%20%20%20%20%20%20%20%20%3CmxCell%20id%3D%22VNVBuO6Bwo0_TZb1a7X4-18%22%20edge%3D%221%22%20parent%3D%22VNVBuO6Bwo0_TZb1a7X4-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-470%22%20y%3D%22-780%22%20as%3D%22sourcePoint%22%20%2F%3E%0A%20%20%20%20%20%20%20%20%20%20%20%20%3CmxPoint%20x%3D%22-470%22%20y%3D%22-780%22%20as%3D%22targetPoint%22%20%2F%3E%0A%20%20%20%20%20%20%20%20%20%20%3C%2FmxGeometry%3E%0A%20%20%20%20%20%20%20%20%3C%2FmxCell%3E%0A%20%20%20%20%20%20%20%20%3CmxCell%20id%3D%22VNVBuO6Bwo0_TZb1a7X4-20%22%20edge%3D%221%22%20parent%3D%22VNVBuO6Bwo0_TZb1a7X4-1%22%20style%3D%22edgeStyle%3DorthogonalEdgeStyle%3Brounded%3D0%3BorthogonalLoop%3D1%3BjettySize%3Dauto%3Bhtml%3D1%3BinnerLoopWaypoints%3D1%3BexitX%3D0.5%3BexitY%3D1%3BexitDx%3D0%3BexitDy%3D0%3B%22%3E%0A%20%20%20%20%20%20%20%20%20%20%3CmxGeometry%20relative%3D%221%22%20as%3D%22geometry%22%3E%0A%20%20%20%20%20%20%20%20%20%20%20%20%3CmxPoint%20x%3D%22-730%22%20y%3D%22-830%22%20as%3D%22sourcePoint%22%20%2F%3E%0A%20%20%20%20%20%20%20%20%20%20%20%20%3CmxPoint%20x%3D%22-730%22%20y%3D%22-830%22%20as%3D%22targetPoint%22%20%2F%3E%0A%20%20%20%20%20%20%20%20%20%20%3C%2FmxGeometry%3E%0A%20%20%20%20%20%20%20%20%3C%2FmxCell%3E%0A%20%20%20%20%20%20%20%20%3CmxCell%20id%3D%22vIOvNNyHmfdEMjJ0olhm-42%22%20edge%3D%221%22%20parent%3D%22VNVBuO6Bwo0_TZb1a7X4-1%22%20source%3D%22vIOvNNyHmfdEMjJ0olhm-0%22%20style%3D%22edgeStyle%3DorthogonalEdgeStyle%3Brounded%3D0%3BorthogonalLoop%3D1%3BjettySize%3Dauto%3Bhtml%3D1%3B%22%20target%3D%22vIOvNNyHmfdEMjJ0olhm-41%22%20value%3D%22%22%3E%0A%20%20%20%20%20%20%20%20%20%20%3CmxGeometry%20relative%3D%221%22%20as%3D%22geometry%22%20%2F%3E%0A%20%20%20%20%20%20%20%20%3C%2FmxCell%3E%0A%20%20%20%20%20%20%20%20%3CmxCell%20id%3D%22vIOvNNyHmfdEMjJ0olhm-0%22%20parent%3D%22VNVBuO6Bwo0_TZb1a7X4-1%22%20style%3D%22rounded%3D0%3BwhiteSpace%3Dwrap%3Bhtml%3D1%3B%22%20value%3D%22%26lt%3Bb%26gt%3BSuccess%20criteria%26amp%3Bnbsp%3B%26lt%3B%2Fb%26gt%3B%22%20vertex%3D%221%22%3E%0A%20%20%20%20%20%20%20%20%20%20%3CmxGeometry%20height%3D%2260%22%20width%3D%22500%22%20x%3D%22-700%22%20y%3D%22-1250%22%20as%3D%22geometry%22%20%2F%3E%0A%20%20%20%20%20%20%20%20%3C%2FmxCell%3E%0A%20%20%20%20%20%20%20%20%3CmxCell%20id%3D%22vIOvNNyHmfdEMjJ0olhm-5%22%20parent%3D%22VNVBuO6Bwo0_TZb1a7X4-1%22%20style%3D%22whiteSpace%3Dwrap%3Bhtml%3D1%3Brounded%3D0%3B%22%20value%3D%22WF-06%2C%20WF-07%22%20vertex%3D%221%22%3E%0A%20%20%20%20%20%20%20%20%20%20%3CmxGeometry%20height%3D%2260%22%20width%3D%22120%22%20x%3D%22-1310%22%20y%3D%22-940%22%20as%3D%22geometry%22%20%2F%3E%0A%20%20%20%20%20%20%20%20%3C%2FmxCell%3E%0A%20%20%20%20%20%20%20%20%3CmxCell%20id%3D%22vIOvNNyHmfdEMjJ0olhm-7%22%20parent%3D%22VNVBuO6Bwo0_TZb1a7X4-1%22%20style%3D%22whiteSpace%3Dwrap%3Bhtml%3D1%3Brounded%3D0%3B%22%20value%3D%22WF-08%22%20vertex%3D%221%22%3E%0A%20%20%20%20%20%20%20%20%20%20%3CmxGeometry%20height%3D%2260%22%20width%3D%22120%22%20x%3D%22-1310%22%20y%3D%22-880%22%20as%3D%22geometry%22%20%2F%3E%0A%20%20%20%20%20%20%20%20%3C%2FmxCell%3E%0A%20%20%20%20%20%20%20%20%3CmxCell%20id%3D%22vIOvNNyHmfdEMjJ0olhm-9%22%20parent%3D%22VNVBuO6Bwo0_TZb1a7X4-1%22%20style%3D%22whiteSpace%3Dwrap%3Bhtml%3D1%3Brounded%3D0%3B%22%20value%3D%22WF-02%2C02A%2C02B%2C03%22%20vertex%3D%221%22%3E%0A%20%20%20%20%20%20%20%20%20%20%3CmxGeometry%20height%3D%2260%22%20width%3D%22120%22%20x%3D%22-1310%22%20y%3D%22-1123.75%22%20as%3D%22geometry%22%20%2F%3E%0A%20%20%20%20%20%20%20%20%3C%2FmxCell%3E%0A%20%20%20%20%20%20%20%20%3CmxCell%20id%3D%22vIOvNNyHmfdEMjJ0olhm-11%22%20parent%3D%22VNVBuO6Bwo0_TZb1a7X4-1%22%20style%3D%22whiteSpace%3Dwrap%3Bhtml%3D1%3Brounded%3D0%3B%22%20value%3D%22WF-04%22%20vertex%3D%221%22%3E%0A%20%20%20%20%20%20%20%20%20%20%3CmxGeometry%20height%3D%2260%22%20width%3D%22120%22%20x%3D%22-1310%22%20y%3D%22-1063.75%22%20as%3D%22geometry%22%20%2F%3E%0A%20%20%20%20%20%20%20%20%3C%2FmxCell%3E%0A%20%20%20%20%20%20%20%20%3CmxCell%20id%3D%22vIOvNNyHmfdEMjJ0olhm-13%22%20parent%3D%22VNVBuO6Bwo0_TZb1a7X4-1%22%20style%3D%22whiteSpace%3Dwrap%3Bhtml%3D1%3Brounded%3D0%3B%22%20value%3D%22WF-05%22%20vertex%3D%221%22%3E%0A%20%20%20%20%20%20%20%20%20%20%3CmxGeometry%20height%3D%2260%22%20width%3D%22120%22%20x%3D%22-1310%22%20y%3D%22-1000%22%20as%3D%22geometry%22%20%2F%3E%0A%20%20%20%20%20%20%20%20%3C%2FmxCell%3E%0A%20%20%20%20%20%20%20%20%3CmxCell%20id%3D%22vIOvNNyHmfdEMjJ0olhm-15%22%20parent%3D%22VNVBuO6Bwo0_TZb1a7X4-1%22%20style%3D%22whiteSpace%3Dwrap%3Bhtml%3D1%3Brounded%3D0%3B%22%20value%3D%22WF-01%20Home%22%20vertex%3D%221%22%3E%0A%20%20%20%20%20%20%20%20%20%20%3CmxGeometry%20height%3D%2260%22%20width%3D%22120%22%20x%3D%22-1310%22%20y%3D%22-1186.26%22%20as%3D%22geometry%22%20%2F%3E%0A%20%20%20%20%20%20%20%20%3C%2FmxCell%3E%0A%20%20%20%20%20%20%20%20%3CmxCell%20id%3D%22vIOvNNyHmfdEMjJ0olhm-17%22%20parent%3D%22VNVBuO6Bwo0_TZb1a7X4-1%22%20style%3D%22whiteSpace%3Dwrap%3Bhtml%3D1%3Brounded%3D0%3B%22%20value%3D%22%26lt%3Bb%26gt%3BWireframe%26lt%3B%2Fb%26gt%3B%22%20vertex%3D%221%22%3E%0A%20%20%20%20%20%20%20%20%20%20%3CmxGeometry%20height%3D%2260%22%20width%3D%22120%22%20x%3D%22-1310%22%20y%3D%22-1250%22%20as%3D%22geometry%22%20%2F%3E%0A%20%20%20%20%20%20%20%20%3C%2FmxCell%3E%0A%20%20%20%20%20%20%20%20%3CmxCell%20id%3D%22vIOvNNyHmfdEMjJ0olhm-19%22%20parent%3D%22VNVBuO6Bwo0_TZb1a7X4-1%22%20style%3D%22whiteSpace%3Dwrap%3Bhtml%3D1%3Brounded%3D0%3B%22%20value%3D%22WF-09%22%20vertex%3D%221%22%3E%0A%20%20%20%20%20%20%20%20%20%20%3CmxGeometry%20height%3D%2260%22%20width%3D%22120%22%20x%3D%22-1310%22%20y%3D%22-822%22%20as%3D%22geometry%22%20%2F%3E%0A%20%20%20%20%20%20%20%20%3C%2FmxCell%3E%0A%20%20%20%20%20%20%20%20%3CmxCell%20id%3D%22vIOvNNyHmfdEMjJ0olhm-21%22%20parent%3D%22VNVBuO6Bwo0_TZb1a7X4-1%22%20style%3D%22whiteSpace%3Dwrap%3Bhtml%3D1%3Brounded%3D0%3B%22%20value%3D%22WF-10%22%20vertex%3D%221%22%3E%0A%20%20%20%20%20%20%20%20%20%20%3CmxGeometry%20height%3D%2260%22%20width%3D%22120%22%20x%3D%22-1310%22%20y%3D%22-760%22%20as%3D%22geometry%22%20%2F%3E%0A%20%20%20%20%20%20%20%20%3C%2FmxCell%3E%0A%20%20%20%20%20%20%20%20%3CmxCell%20id%3D%22vIOvNNyHmfdEMjJ0olhm-23%22%20parent%3D%22VNVBuO6Bwo0_TZb1a7X4-1%22%20style%3D%22rounded%3D0%3BwhiteSpace%3Dwrap%3Bhtml%3D1%3B%22%20value%3D%22%26lt%3Bb%26gt%3BMandate%26amp%3Bnbsp%3Bfeature%26lt%3B%2Fb%26gt%3B%22%20vertex%3D%221%22%3E%0A%20%20%20%20%20%20%20%20%20%20%3CmxGeometry%20height%3D%2260%22%20width%3D%22490%22%20x%3D%22-1190%22%20y%3D%22-1250%22%20as%3D%22geometry%22%20%2F%3E%0A%20%20%20%20%20%20%20%20%3C%2FmxCell%3E%0A%20%20%20%20%20%20%20%20%3CmxCell%20id%3D%22vIOvNNyHmfdEMjJ0olhm-25%22%20parent%3D%22VNVBuO6Bwo0_TZb1a7X4-1%22%20style%3D%22rounded%3D0%3BwhiteSpace%3Dwrap%3Bhtml%3D1%3B%22%20value%3D%22Navigation%20features%22%20vertex%3D%221%22%3E%0A%20%20%20%20%20%20%20%20%20%20%3CmxGeometry%20height%3D%2260%22%20width%3D%22490%22%20x%3D%22-1190%22%20y%3D%22-1186.26%22%20as%3D%22geometry%22%20%2F%3E%0A%20%20%20%20%20%20%20%20%3C%2FmxCell%3E%0A%20%20%20%20%20%20%20%20%3CmxCell%20id%3D%22vIOvNNyHmfdEMjJ0olhm-27%22%20parent%3D%22VNVBuO6Bwo0_TZb1a7X4-1%22%20style%3D%22rounded%3D0%3BwhiteSpace%3Dwrap%3Bhtml%3D1%3B%22%20value%3D%22%26amp%3Bnbsp%3BCustomer%20Account\(dashboard%20per%20process%20map%26amp%3Bnbsp%3B%22%20vertex%3D%221%22%3E%0A%20%20%20%20%20%20%20%20%20%20%3CmxGeometry%20height%3D%2260%22%20width%3D%22490%22%20x%3D%22-1190%22%20y%3D%22-1123.75%22%20as%3D%22geometry%22%20%2F%3E%0A%20%20%20%20%20%20%20%20%3C%2FmxCell%3E%0A%20%20%20%20%20%20%20%20%3CmxCell%20id%3D%22vIOvNNyHmfdEMjJ0olhm-29%22%20parent%3D%22VNVBuO6Bwo0_TZb1a7X4-1%22%20style%3D%22rounded%3D0%3BwhiteSpace%3Dwrap%3Bhtml%3D1%3B%22%20value%3D%22Contact%20%26amp%3Bnbsp%3BUs%22%20vertex%3D%221%22%3E%0A%20%20%20%20%20%20%20%20%20%20%3CmxGeometry%20height%3D%2260%22%20width%3D%22490%22%20x%3D%22-1190%22%20y%3D%22-1063%22%20as%3D%22geometry%22%20%2F%3E%0A%20%20%20%20%20%20%20%20%3C%2FmxCell%3E%0A%20%20%20%20%20%20%20%20%3CmxCell%20id%3D%22vIOvNNyHmfdEMjJ0olhm-31%22%20parent%3D%22VNVBuO6Bwo0_TZb1a7X4-1%22%20style%3D%22rounded%3D0%3BwhiteSpace%3Dwrap%3Bhtml%3D1%3B%22%20value%3D%22About%20%26amp%3Bnbsp%3BUs%22%20vertex%3D%221%22%3E%0A%20%20%20%20%20%20%20%20%20%20%3CmxGeometry%20height%3D%2260%22%20width%3D%22490%22%20x%3D%22-1190%22%20y%3D%22-1002%22%20as%3D%22geometry%22%20%2F%3E%0A%20%20%20%20%20%20%20%20%3C%2FmxCell%3E%0A%20%20%20%20%20%20%20%20%3CmxCell%20id%3D%22vIOvNNyHmfdEMjJ0olhm-33%22%20parent%3D%22VNVBuO6Bwo0_TZb1a7X4-1%22%20style%3D%22rounded%3D0%3BwhiteSpace%3Dwrap%3Bhtml%3D1%3B%22%20value%3D%22Pharmacy%3B%20view%20and%20order%22%20vertex%3D%221%22%3E%0A%20%20%20%20%20%20%20%20%20%20%3CmxGeometry%20height%3D%2260%22%20width%3D%22490%22%20x%3D%22-1190%22%20y%3D%22-942%22%20as%3D%22geometry%22%20%2F%3E%0A%20%20%20%20%20%20%20%20%3C%2FmxCell%3E%0A%20%20%20%20%20%20%20%20%3CmxCell%20id%3D%22vIOvNNyHmfdEMjJ0olhm-35%22%20parent%3D%22VNVBuO6Bwo0_TZb1a7X4-1%22%20style%3D%22rounded%3D0%3BwhiteSpace%3Dwrap%3Bhtml%3D1%3B%22%20value%3D%22Pharmacy%20%3A%20prescription%20check%22%20vertex%3D%221%22%3E%0A%20%20%20%20%20%20%20%20%20%20%3CmxGeometry%20height%3D%2260%22%20width%3D%22490%22%20x%3D%22-1190%22%20y%3D%22-882%22%20as%3D%22geometry%22%20%2F%3E%0A%20%20%20%20%20%20%20%20%3C%2FmxCell%3E%0A%20%20%20%20%20%20%20%20%3CmxCell%20id%3D%22vIOvNNyHmfdEMjJ0olhm-37%22%20parent%3D%22VNVBuO6Bwo0_TZb1a7X4-1%22%20style%3D%22rounded%3D0%3BwhiteSpace%3Dwrap%3Bhtml%3D1%3B%22%20value%3D%22Pharmacy%3A%20payment%2C%20%26amp%3Bnbsp%3Bconfirmation%22%20vertex%3D%221%22%3E%0A%20%20%20%20%20%20%20%20%20%20%3CmxGeometry%20height%3D%2260%22%20width%3D%22490%22%20x%3D%22-1190%22%20y%3D%22-820%22%20as%3D%22geometry%22%20%2F%3E%0A%20%20%20%20%20%20%20%20%3C%2FmxCell%3E%0A%20%20%20%20%20%20%20%20%3CmxCell%20id%3D%22vIOvNNyHmfdEMjJ0olhm-39%22%20parent%3D%22VNVBuO6Bwo0_TZb1a7X4-1%22%20style%3D%22rounded%3D0%3BwhiteSpace%3Dwrap%3Bhtml%3D1%3B%22%20value%3D%22Pharmacy%3A%20notify%20and%20collect%22%20vertex%3D%221%22%3E%0A%20%20%20%20%20%20%20%20%20%20%3CmxGeometry%20height%3D%2260%22%20width%3D%22490%22%20x%3D%22-1190%22%20y%3D%22-762%22%20as%3D%22geometry%22%20%2F%3E%0A%20%20%20%20%20%20%20%20%3C%2FmxCell%3E%0A%20%20%20%20%20%20%20%20%3CmxCell%20id%3D%22vIOvNNyHmfdEMjJ0olhm-44%22%20edge%3D%221%22%20parent%3D%22VNVBuO6Bwo0_TZb1a7X4-1%22%20source%3D%22vIOvNNyHmfdEMjJ0olhm-41%22%20style%3D%22edgeStyle%3DorthogonalEdgeStyle%3Brounded%3D0%3BorthogonalLoop%3D1%3BjettySize%3Dauto%3Bhtml%3D1%3B%22%20target%3D%22vIOvNNyHmfdEMjJ0olhm-43%22%20value%3D%22%22%3E%0A%20%20%20%20%20%20%20%20%20%20%3CmxGeometry%20relative%3D%221%22%20as%3D%22geometry%22%20%2F%3E%0A%20%20%20%20%20%20%20%20%3C%2FmxCell%3E%0A%20%20%20%20%20%20%20%20%3CmxCell%20id%3D%22vIOvNNyHmfdEMjJ0olhm-41%22%20parent%3D%22VNVBuO6Bwo0_TZb1a7X4-1%22%20style%3D%22rounded%3D0%3BwhiteSpace%3Dwrap%3Bhtml%3D1%3B%22%20value%3D%22Users%20can%20reach%20hospital%20information%22%20vertex%3D%221%22%3E%0A%20%20%20%20%20%20%20%20%20%20%3CmxGeometry%20height%3D%2260%22%20width%3D%22500%22%20x%3D%22-700%22%20y%3D%22-1190%22%20as%3D%22geometry%22%20%2F%3E%0A%20%20%20%20%20%20%20%20%3C%2FmxCell%3E%0A%20%20%20%20%20%20%20%20%3CmxCell%20id%3D%22vIOvNNyHmfdEMjJ0olhm-46%22%20edge%3D%221%22%20parent%3D%22VNVBuO6Bwo0_TZb1a7X4-1%22%20source%3D%22vIOvNNyHmfdEMjJ0olhm-43%22%20style%3D%22edgeStyle%3DorthogonalEdgeStyle%3Brounded%3D0%3BorthogonalLoop%3D1%3BjettySize%3Dauto%3Bhtml%3D1%3B%22%20target%3D%22vIOvNNyHmfdEMjJ0olhm-45%22%20value%3D%22%22%3E%0A%20%20%20%20%20%20%20%20%20%20%3CmxGeometry%20relative%3D%221%22%20as%3D%22geometry%22%20%2F%3E%0A%20%20%20%20%20%20%20%20%3C%2FmxCell%3E%0A%20%20%20%20%20%20%20%20%3CmxCell%20id%3D%22vIOvNNyHmfdEMjJ0olhm-43%22%20parent%3D%22VNVBuO6Bwo0_TZb1a7X4-1%22%20style%3D%22rounded%3D0%3BwhiteSpace%3Dwrap%3Bhtml%3D1%3B%22%20value%3D%22Customer%20create%2C%20access%20and%20manage%20account%22%20vertex%3D%221%22%3E%0A%20%20%20%20%20%20%20%20%20%20%3CmxGeometry%20height%3D%2260%22%20width%3D%22500%22%20x%3D%22-700%22%20y%3D%22-1126%22%20as%3D%22geometry%22%20%2F%3E%0A%20%20%20%20%20%20%20%20%3C%2FmxCell%3E%0A%20%20%20%20%20%20%20%20%3CmxCell%20id%3D%22vIOvNNyHmfdEMjJ0olhm-48%22%20edge%3D%221%22%20parent%3D%22VNVBuO6Bwo0_TZb1a7X4-1%22%20source%3D%22vIOvNNyHmfdEMjJ0olhm-45%22%20style%3D%22edgeStyle%3DorthogonalEdgeStyle%3Brounded%3D0%3BorthogonalLoop%3D1%3BjettySize%3Dauto%3Bhtml%3D1%3B%22%20target%3D%22vIOvNNyHmfdEMjJ0olhm-47%22%20value%3D%22%22%3E%0A%20%20%20%20%20%20%20%20%20%20%3CmxGeometry%20relative%3D%221%22%20as%3D%22geometry%22%20%2F%3E%0A%20%20%20%20%20%20%20%20%3C%2FmxCell%3E%0A%20%20%20%20%20%20%20%20%3CmxCell%20id%3D%22vIOvNNyHmfdEMjJ0olhm-45%22%20parent%3D%22VNVBuO6Bwo0_TZb1a7X4-1%22%20style%3D%22rounded%3D0%3BwhiteSpace%3Dwrap%3Bhtml%3D1%3B%22%20value%3D%22Accurate%20contacts%2C%20enquires%20submitted%22%20vertex%3D%221%22%3E%0A%20%20%20%20%20%20%20%20%20%20%3CmxGeometry%20height%3D%2260%22%20width%3D%22500%22%20x%3D%22-700%22%20y%3D%22-1069.63%22%20as%3D%22geometry%22%20%2F%3E%0A%20%20%20%20%20%20%20%20%3C%2FmxCell%3E%0A%20%20%20%20%20%20%20%20%3CmxCell%20id%3D%22vIOvNNyHmfdEMjJ0olhm-50%22%20edge%3D%221%22%20parent%3D%22VNVBuO6Bwo0_TZb1a7X4-1%22%20source%3D%22vIOvNNyHmfdEMjJ0olhm-47%22%20style%3D%22edgeStyle%3DorthogonalEdgeStyle%3Brounded%3D0%3BorthogonalLoop%3D1%3BjettySize%3Dauto%3Bhtml%3D1%3B%22%20target%3D%22vIOvNNyHmfdEMjJ0olhm-49%22%20value%3D%22%22%3E%0A%20%20%20%20%20%20%20%20%20%20%3CmxGeometry%20relative%3D%221%22%20as%3D%22geometry%22%20%2F%3E%0A%20%20%20%20%20%20%20%20%3C%2FmxCell%3E%0A%20%20%20%20%20%20%20%20%3CmxCell%20id%3D%22vIOvNNyHmfdEMjJ0olhm-47%22%20parent%3D%22VNVBuO6Bwo0_TZb1a7X4-1%22%20style%3D%22rounded%3D0%3BwhiteSpace%3Dwrap%3Bhtml%3D1%3B%22%20value%3D%22Mission%2Cvision%20and%20services%20accessible%22%20vertex%3D%221%22%3E%0A%20%20%20%20%20%20%20%20%20%20%3CmxGeometry%20height%3D%2260%22%20width%3D%22500%22%20x%3D%22-700%22%20y%3D%22-1009.6300000000001%22%20as%3D%22geometry%22%20%2F%3E%0A%20%20%20%20%20%20%20%20%3C%2FmxCell%3E%0A%20%20%20%20%20%20%20%20%3CmxCell%20id%3D%22vIOvNNyHmfdEMjJ0olhm-52%22%20edge%3D%221%22%20parent%3D%22VNVBuO6Bwo0_TZb1a7X4-1%22%20source%3D%22vIOvNNyHmfdEMjJ0olhm-49%22%20style%3D%22edgeStyle%3DorthogonalEdgeStyle%3Brounded%3D0%3BorthogonalLoop%3D1%3BjettySize%3Dauto%3Bhtml%3D1%3B%22%20target%3D%22vIOvNNyHmfdEMjJ0olhm-51%22%20value%3D%22%22%3E%0A%20%20%20%20%20%20%20%20%20%20%3CmxGeometry%20relative%3D%221%22%20as%3D%22geometry%22%20%2F%3E%0A%20%20%20%20%20%20%20%20%3C%2FmxCell%3E%0A%20%20%20%20%20%20%20%20%3CmxCell%20id%3D%22vIOvNNyHmfdEMjJ0olhm-49%22%20parent%3D%22VNVBuO6Bwo0_TZb1a7X4-1%22%20style%3D%22rounded%3D0%3BwhiteSpace%3Dwrap%3Bhtml%3D1%3B%22%20value%3D%22Not%20covered%22%20vertex%3D%221%22%3E%0A%20%20%20%20%20%20%20%20%20%20%3CmxGeometry%20height%3D%2260%22%20width%3D%22500%22%20x%3D%22-700%22%20y%3D%22-949.6300000000001%22%20as%3D%22geometry%22%20%2F%3E%0A%20%20%20%20%20%20%20%20%3C%2FmxCell%3E%0A%20%20%20%20%20%20%20%20%3CmxCell%20id%3D%22vIOvNNyHmfdEMjJ0olhm-51%22%20parent%3D%22VNVBuO6Bwo0_TZb1a7X4-1%22%20style%3D%22rounded%3D0%3BwhiteSpace%3Dwrap%3Bhtml%3D1%3B%22%20value%3D%22%26lt%3Bdiv%26gt%3B%26lt%3Bbr%26gt%3B%26lt%3B%2Fdiv%26gt%3B%26lt%3Bdiv%26gt%3B%26lt%3Bbr%26gt%3B%26lt%3B%2Fdiv%26gt%3B%22%20vertex%3D%221%22%3E%0A%20%20%20%20%20%20%20%20%20%20%3CmxGeometry%20height%3D%2260%22%20width%3D%22500%22%20x%3D%22-700%22%20y%3D%22-889.6300000000001%22%20as%3D%22geometry%22%20%2F%3E%0A%20%20%20%20%20%20%20%20%3C%2FmxCell%3E%0A%20%20%20%20%20%20%20%20%3CmxCell%20id%3D%22vIOvNNyHmfdEMjJ0olhm-53%22%20parent%3D%22VNVBuO6Bwo0_TZb1a7X4-1%22%20style%3D%22rounded%3D0%3BwhiteSpace%3Dwrap%3Bhtml%3D1%3B%22%20value%3D%22Not%20covered%22%20vertex%3D%221%22%3E%0A%20%20%20%20%20%20%20%20%20%20%3CmxGeometry%20height%3D%2260%22%20width%3D%22500%22%20x%3D%22-700%22%20y%3D%22-829.6300000000001%22%20as%3D%22geometry%22%20%2F%3E%0A%20%20%20%20%20%20%20%20%3C%2FmxCell%3E%0A%20%20%20%20%20%20%20%20%3CmxCell%20id%3D%22vIOvNNyHmfdEMjJ0olhm-59%22%20parent%3D%22VNVBuO6Bwo0_TZb1a7X4-1%22%20style%3D%22rounded%3D0%3BwhiteSpace%3Dwrap%3Bhtml%3D1%3B%22%20value%3D%22Not%20covered%22%20vertex%3D%221%22%3E%0A%20%20%20%20%20%20%20%20%20%20%3CmxGeometry%20height%3D%2260%22%20width%3D%22500%22%20x%3D%22-700%22%20y%3D%22-770%22%20as%3D%22geometry%22%20%2F%3E%0A%20%20%20%20%20%20%20%20%3C%2FmxCell%3E%0A%20%20%20%20%20%20%20%20%3CmxCell%20id%3D%22vIOvNNyHmfdEMjJ0olhm-60%22%20parent%3D%22VNVBuO6Bwo0_TZb1a7X4-1%22%20style%3D%22text%3Bhtml%3D1%3BwhiteSpace%3Dwrap%3BstrokeColor%3Dnone%3BfillColor%3Dnone%3Balign%3Dcenter%3BverticalAlign%3Dmiddle%3Brounded%3D0%3B%22%20value%3D%22Not%20covered%22%20vertex%3D%221%22%3E%0A%20%20%20%20%20%20%20%20%20%20%3CmxGeometry%20height%3D%2230%22%20width%3D%22105%22%20x%3D%22-500%22%20y%3D%22-875%22%20as%3D%22geometry%22%20%2F%3E%0A%20%20%20%20%20%20%20%20%3C%2FmxCell%3E%0A%20%20%20%20%20%20%20%20%3CmxCell%20id%3D%22vIOvNNyHmfdEMjJ0olhm-61%22%20parent%3D%22VNVBuO6Bwo0_TZb1a7X4-1%22%20style%3D%22text%3Bhtml%3D1%3BwhiteSpace%3Dwrap%3BstrokeColor%3Dnone%3BfillColor%3Dnone%3Balign%3Dcenter%3BverticalAlign%3Dmiddle%3Brounded%3D0%3B%22%20value%3D%22%26lt%3Bfont%20size%3D%26quot%3B4%26quot%3B%26gt%3B%26lt%3Bb%26gt%3BTraceability%20to%20the%20mandate%26lt%3B%2Fb%26gt%3B%26lt%3B%2Ffont%26gt%3B%22%20vertex%3D%221%22%3E%0A%20%20%20%20%20%20%20%20%20%20%3CmxGeometry%20height%3D%2230%22%20width%3D%22260%22%20x%3D%22-1180%22%20y%3D%22-1350%22%20as%3D%22geometry%22%20%2F%3E%0A%20%20%20%20%20%20%20%20%3C%2FmxCell%3E%0A%20%20%20%20%20%20%20%20%3CmxCell%20id%3D%22vIOvNNyHmfdEMjJ0olhm-62%22%20parent%3D%22VNVBuO6Bwo0_TZb1a7X4-1%22%20style%3D%22text%3Bhtml%3D1%3BwhiteSpace%3Dwrap%3Boverflow%3Dhidden%3Brounded%3D0%3B%22%20value%3D%22%26lt%3Bh1%20style%3D%26quot%3Bmargin-top%3A%200px%3B%26quot%3B%26gt%3B%26lt%3Bbr%26gt%3B%26lt%3B%2Fh1%26gt%3B%22%20vertex%3D%221%22%3E%0A%20%20%20%20%20%20%20%20%20%20%3CmxGeometry%20height%3D%22194%22%20width%3D%22180%22%20x%3D%22-150%22%20y%3D%22-1230%22%20as%3D%22geometry%22%20%2F%3E%0A%20%20%20%20%20%20%20%20%3C%2FmxCell%3E%0A%20%20%20%20%20%20%3C%2Froot%3E%0A%20%20%20%20%3C%2FmxGraphModel%3E%0A%20%20%3C%2Fdiagram%3E%0A%3C%2Fmxfile%3E%0A</dc:subject>
  <cp:lastModifiedBy>Geraldine Adeniyi</cp:lastModifiedBy>
  <dcterms:created xsi:type="dcterms:W3CDTF">2026-10-09T09:08:48Z</dcterms:created>
  <dcterms:modified xsi:type="dcterms:W3CDTF">2026-10-09T09:17:25Z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2026-10-08T00:00:00Z</vt:filetime>
  </property>
  <property fmtid="{D5CDD505-2E9C-101B-9397-08002B2CF9AE}" pid="3" name="Creator">
    <vt:lpwstr>Mozilla/5.0 (X11; Linux x86_64) AppleWebKit/537.36 (KHTML, like Gecko) HeadlessChrome/128.0.0.0 Safari/537.36</vt:lpwstr>
  </property>
  <property fmtid="{D5CDD505-2E9C-101B-9397-08002B2CF9AE}" pid="4" name="LastSaved">
    <vt:filetime>2026-10-09T00:00:00Z</vt:filetime>
  </property>
  <property fmtid="{D5CDD505-2E9C-101B-9397-08002B2CF9AE}" pid="5" name="Producer">
    <vt:lpwstr>pdf-lib (https://github.com/Hopding/pdf-lib)</vt:lpwstr>
  </property>
</Properties>
</file>